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12564" r:id="rId5"/>
    <p:sldId id="12566" r:id="rId6"/>
    <p:sldId id="12567" r:id="rId7"/>
    <p:sldId id="12568" r:id="rId8"/>
    <p:sldId id="12569" r:id="rId9"/>
    <p:sldId id="12565" r:id="rId10"/>
  </p:sldIdLst>
  <p:sldSz cx="12192000" cy="6858000"/>
  <p:notesSz cx="7315200" cy="9601200"/>
  <p:custDataLst>
    <p:tags r:id="rId1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Gallery" id="{CC970433-397E-7641-B154-33FD673D3395}">
          <p14:sldIdLst>
            <p14:sldId id="12564"/>
            <p14:sldId id="12566"/>
            <p14:sldId id="12567"/>
            <p14:sldId id="12568"/>
            <p14:sldId id="12569"/>
            <p14:sldId id="12565"/>
          </p14:sldIdLst>
        </p14:section>
      </p14:sectionLst>
    </p:ext>
    <p:ext uri="{EFAFB233-063F-42B5-8137-9DF3F51BA10A}">
      <p15:sldGuideLst xmlns:p15="http://schemas.microsoft.com/office/powerpoint/2012/main">
        <p15:guide id="4" pos="3840">
          <p15:clr>
            <a:srgbClr val="A4A3A4"/>
          </p15:clr>
        </p15:guide>
        <p15:guide id="5"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BBEE16-DC50-5C40-FAEE-55565142B3B6}" name="Kim den Braber" initials="Kd" userId="S::Kim.den.Braber@metrixlab.com::8d24fee9-311a-4494-a029-ad8160c1cecc" providerId="AD"/>
  <p188:author id="{5D178B1E-E4DF-9030-268A-702C5A84EB0A}" name="Kim den Braber" initials="Kd" userId="S::kim.den.braber@metrixlab.com::8d24fee9-311a-4494-a029-ad8160c1cecc" providerId="AD"/>
  <p188:author id="{E0DE7173-7694-8FC1-99F8-DE2B28CE08E5}" name="Kim den Braber" initials="Kd" userId="S::kim.den.braber@toluna.com::5514447f-35d9-44a9-8e9a-77d1e8b7da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9800"/>
    <a:srgbClr val="FF09CB"/>
    <a:srgbClr val="042451"/>
    <a:srgbClr val="005EAC"/>
    <a:srgbClr val="124586"/>
    <a:srgbClr val="12BDF9"/>
    <a:srgbClr val="FDCC06"/>
    <a:srgbClr val="0065D3"/>
    <a:srgbClr val="1245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05A8B2-405C-430A-B427-D6E60E8A35E1}" v="6532" dt="2025-02-17T15:14:22.404"/>
    <p1510:client id="{945B43CC-F088-4EC2-8E62-8ADC770D3877}" v="40565" dt="2025-02-17T11:22:06.590"/>
  </p1510:revLst>
</p1510:revInfo>
</file>

<file path=ppt/tableStyles.xml><?xml version="1.0" encoding="utf-8"?>
<a:tblStyleLst xmlns:a="http://schemas.openxmlformats.org/drawingml/2006/main" def="{1FB583FC-8163-40B2-8343-D5F1372A986C}">
  <a:tblStyle styleId="{1FB583FC-8163-40B2-8343-D5F1372A986C}" styleName="MetrixLab Tab">
    <a:wholeTbl>
      <a:tcTxStyle>
        <a:fontRef idx="minor">
          <a:scrgbClr r="0" g="0" b="0"/>
        </a:fontRef>
        <a:schemeClr val="dk1"/>
      </a:tcTxStyle>
      <a:tcStyle>
        <a:tcBdr>
          <a:left>
            <a:ln>
              <a:noFill/>
            </a:ln>
          </a:left>
          <a:right>
            <a:ln>
              <a:noFill/>
            </a:ln>
          </a:right>
          <a:top>
            <a:ln>
              <a:noFill/>
            </a:ln>
          </a:top>
          <a:bottom>
            <a:ln w="6350" cmpd="sng">
              <a:solidFill>
                <a:schemeClr val="dk1"/>
              </a:solidFill>
            </a:ln>
          </a:bottom>
          <a:insideH>
            <a:ln w="6350" cmpd="sng">
              <a:solidFill>
                <a:schemeClr val="dk1"/>
              </a:solidFill>
            </a:ln>
          </a:insideH>
          <a:insideV>
            <a:ln>
              <a:noFill/>
            </a:ln>
          </a:insideV>
        </a:tcBdr>
        <a:fill>
          <a:solidFill>
            <a:schemeClr val="lt1"/>
          </a:solidFill>
        </a:fill>
      </a:tcStyle>
    </a:wholeTbl>
    <a:firstRow>
      <a:tcTxStyle b="on">
        <a:fontRef idx="minor">
          <a:schemeClr val="dk1"/>
        </a:fontRef>
        <a:schemeClr val="dk1"/>
      </a:tcTxStyle>
      <a:tcStyle>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44" y="210"/>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11">
            <a:extLst>
              <a:ext uri="{FF2B5EF4-FFF2-40B4-BE49-F238E27FC236}">
                <a16:creationId xmlns:a16="http://schemas.microsoft.com/office/drawing/2014/main" id="{F99FC01F-A981-471E-849A-920FBA3231A2}"/>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206198" y="422706"/>
            <a:ext cx="1588304" cy="295041"/>
          </a:xfrm>
          <a:prstGeom prst="rect">
            <a:avLst/>
          </a:prstGeom>
        </p:spPr>
      </p:pic>
      <p:sp>
        <p:nvSpPr>
          <p:cNvPr id="9" name="Foliennummernplatzhalter 5">
            <a:extLst>
              <a:ext uri="{FF2B5EF4-FFF2-40B4-BE49-F238E27FC236}">
                <a16:creationId xmlns:a16="http://schemas.microsoft.com/office/drawing/2014/main" id="{3C24008F-D1F1-406B-A27C-8CF6195C837D}"/>
              </a:ext>
            </a:extLst>
          </p:cNvPr>
          <p:cNvSpPr>
            <a:spLocks noGrp="1"/>
          </p:cNvSpPr>
          <p:nvPr>
            <p:ph type="sldNum" sz="quarter" idx="3"/>
          </p:nvPr>
        </p:nvSpPr>
        <p:spPr bwMode="gray">
          <a:xfrm>
            <a:off x="6808894" y="9185929"/>
            <a:ext cx="506305" cy="415271"/>
          </a:xfrm>
          <a:prstGeom prst="rect">
            <a:avLst/>
          </a:prstGeom>
        </p:spPr>
        <p:txBody>
          <a:bodyPr vert="horz" lIns="0" tIns="0" rIns="0" bIns="0" rtlCol="0" anchor="ctr">
            <a:noAutofit/>
          </a:bodyPr>
          <a:lstStyle>
            <a:lvl1pPr algn="ctr">
              <a:defRPr sz="1100">
                <a:solidFill>
                  <a:schemeClr val="tx1"/>
                </a:solidFill>
              </a:defRPr>
            </a:lvl1pPr>
          </a:lstStyle>
          <a:p>
            <a:fld id="{8FF9B0DE-3FEB-4AA0-B465-B80EF7C1333D}" type="slidenum">
              <a:rPr lang="de-DE" smtClean="0"/>
              <a:pPr/>
              <a:t>‹#›</a:t>
            </a:fld>
            <a:endParaRPr lang="de-DE"/>
          </a:p>
        </p:txBody>
      </p:sp>
    </p:spTree>
    <p:extLst>
      <p:ext uri="{BB962C8B-B14F-4D97-AF65-F5344CB8AC3E}">
        <p14:creationId xmlns:p14="http://schemas.microsoft.com/office/powerpoint/2010/main" val="314386119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pos="322" userDrawn="1">
          <p15:clr>
            <a:srgbClr val="F26B43"/>
          </p15:clr>
        </p15:guide>
        <p15:guide id="2" pos="4289"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557213" y="935038"/>
            <a:ext cx="6199187" cy="3487737"/>
          </a:xfrm>
          <a:prstGeom prst="rect">
            <a:avLst/>
          </a:prstGeom>
          <a:noFill/>
          <a:ln w="6350">
            <a:solidFill>
              <a:schemeClr val="tx2"/>
            </a:solidFill>
          </a:ln>
        </p:spPr>
        <p:txBody>
          <a:bodyPr vert="horz" lIns="96661" tIns="48331" rIns="96661" bIns="48331" rtlCol="0" anchor="ctr"/>
          <a:lstStyle/>
          <a:p>
            <a:endParaRPr lang="de-DE"/>
          </a:p>
        </p:txBody>
      </p:sp>
      <p:sp>
        <p:nvSpPr>
          <p:cNvPr id="5" name="Notizenplatzhalter 4"/>
          <p:cNvSpPr>
            <a:spLocks noGrp="1"/>
          </p:cNvSpPr>
          <p:nvPr>
            <p:ph type="body" sz="quarter" idx="3"/>
          </p:nvPr>
        </p:nvSpPr>
        <p:spPr>
          <a:xfrm>
            <a:off x="508450" y="4574287"/>
            <a:ext cx="6297600" cy="4611600"/>
          </a:xfrm>
          <a:prstGeom prst="rect">
            <a:avLst/>
          </a:prstGeom>
        </p:spPr>
        <p:txBody>
          <a:bodyPr vert="horz" lIns="0" tIns="0" rIns="0" bIns="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10" name="Foliennummernplatzhalter 5">
            <a:extLst>
              <a:ext uri="{FF2B5EF4-FFF2-40B4-BE49-F238E27FC236}">
                <a16:creationId xmlns:a16="http://schemas.microsoft.com/office/drawing/2014/main" id="{9F7DDDA6-0B3D-40FD-838E-ADBDE727D594}"/>
              </a:ext>
            </a:extLst>
          </p:cNvPr>
          <p:cNvSpPr>
            <a:spLocks noGrp="1"/>
          </p:cNvSpPr>
          <p:nvPr>
            <p:ph type="sldNum" sz="quarter" idx="5"/>
          </p:nvPr>
        </p:nvSpPr>
        <p:spPr bwMode="gray">
          <a:xfrm>
            <a:off x="6808894" y="9185929"/>
            <a:ext cx="506305" cy="415271"/>
          </a:xfrm>
          <a:prstGeom prst="rect">
            <a:avLst/>
          </a:prstGeom>
        </p:spPr>
        <p:txBody>
          <a:bodyPr vert="horz" lIns="0" tIns="0" rIns="0" bIns="0" rtlCol="0" anchor="ctr">
            <a:noAutofit/>
          </a:bodyPr>
          <a:lstStyle>
            <a:lvl1pPr algn="ctr">
              <a:defRPr sz="1100">
                <a:solidFill>
                  <a:schemeClr val="tx1"/>
                </a:solidFill>
              </a:defRPr>
            </a:lvl1pPr>
          </a:lstStyle>
          <a:p>
            <a:fld id="{8FF9B0DE-3FEB-4AA0-B465-B80EF7C1333D}" type="slidenum">
              <a:rPr lang="de-DE" smtClean="0"/>
              <a:pPr/>
              <a:t>‹#›</a:t>
            </a:fld>
            <a:endParaRPr lang="de-DE"/>
          </a:p>
        </p:txBody>
      </p:sp>
      <p:pic>
        <p:nvPicPr>
          <p:cNvPr id="11" name="Picture 11">
            <a:extLst>
              <a:ext uri="{FF2B5EF4-FFF2-40B4-BE49-F238E27FC236}">
                <a16:creationId xmlns:a16="http://schemas.microsoft.com/office/drawing/2014/main" id="{A11E208A-D70E-429F-8B9C-9D41BA06733D}"/>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206198" y="422706"/>
            <a:ext cx="1588304" cy="295041"/>
          </a:xfrm>
          <a:prstGeom prst="rect">
            <a:avLst/>
          </a:prstGeom>
        </p:spPr>
      </p:pic>
    </p:spTree>
    <p:extLst>
      <p:ext uri="{BB962C8B-B14F-4D97-AF65-F5344CB8AC3E}">
        <p14:creationId xmlns:p14="http://schemas.microsoft.com/office/powerpoint/2010/main" val="2846198732"/>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0"/>
      </a:spcBef>
      <a:spcAft>
        <a:spcPts val="0"/>
      </a:spcAft>
      <a:defRPr sz="1200" b="1" kern="1200">
        <a:solidFill>
          <a:schemeClr val="tx1"/>
        </a:solidFill>
        <a:latin typeface="+mn-lt"/>
        <a:ea typeface="+mn-ea"/>
        <a:cs typeface="+mn-cs"/>
      </a:defRPr>
    </a:lvl1pPr>
    <a:lvl2pPr marL="0" algn="l" defTabSz="914400" rtl="0" eaLnBrk="1" latinLnBrk="0" hangingPunct="1">
      <a:lnSpc>
        <a:spcPct val="120000"/>
      </a:lnSpc>
      <a:spcBef>
        <a:spcPts val="0"/>
      </a:spcBef>
      <a:spcAft>
        <a:spcPts val="0"/>
      </a:spcAft>
      <a:defRPr sz="1200" kern="1200">
        <a:solidFill>
          <a:schemeClr val="tx1"/>
        </a:solidFill>
        <a:latin typeface="+mn-lt"/>
        <a:ea typeface="+mn-ea"/>
        <a:cs typeface="+mn-cs"/>
      </a:defRPr>
    </a:lvl2pPr>
    <a:lvl3pPr marL="144000" indent="-144000" algn="l" defTabSz="914400" rtl="0" eaLnBrk="1" latinLnBrk="0" hangingPunct="1">
      <a:lnSpc>
        <a:spcPct val="120000"/>
      </a:lnSpc>
      <a:spcBef>
        <a:spcPts val="0"/>
      </a:spcBef>
      <a:spcAft>
        <a:spcPts val="0"/>
      </a:spcAft>
      <a:buSzPct val="80000"/>
      <a:buFont typeface="Wingdings" panose="05000000000000000000" pitchFamily="2" charset="2"/>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0"/>
      </a:spcBef>
      <a:spcAft>
        <a:spcPts val="0"/>
      </a:spcAft>
      <a:buSzPct val="80000"/>
      <a:buFont typeface="Wingdings" panose="05000000000000000000" pitchFamily="2" charset="2"/>
      <a:buChar char="§"/>
      <a:defRPr sz="1200" kern="1200">
        <a:solidFill>
          <a:schemeClr val="tx1"/>
        </a:solidFill>
        <a:latin typeface="+mn-lt"/>
        <a:ea typeface="+mn-ea"/>
        <a:cs typeface="+mn-cs"/>
      </a:defRPr>
    </a:lvl4pPr>
    <a:lvl5pPr marL="432000" indent="-144000" algn="l" defTabSz="914400" rtl="0" eaLnBrk="1" latinLnBrk="0" hangingPunct="1">
      <a:lnSpc>
        <a:spcPct val="120000"/>
      </a:lnSpc>
      <a:spcBef>
        <a:spcPts val="0"/>
      </a:spcBef>
      <a:spcAft>
        <a:spcPts val="0"/>
      </a:spcAft>
      <a:buSzPct val="80000"/>
      <a:buFont typeface="Wingdings" panose="05000000000000000000" pitchFamily="2" charset="2"/>
      <a:buChar char="§"/>
      <a:defRPr sz="1200" kern="1200">
        <a:solidFill>
          <a:schemeClr val="tx1"/>
        </a:solidFill>
        <a:latin typeface="+mn-lt"/>
        <a:ea typeface="+mn-ea"/>
        <a:cs typeface="+mn-cs"/>
      </a:defRPr>
    </a:lvl5pPr>
    <a:lvl6pPr marL="576000" indent="-144000" algn="l" defTabSz="914400" rtl="0" eaLnBrk="1" latinLnBrk="0" hangingPunct="1">
      <a:lnSpc>
        <a:spcPct val="120000"/>
      </a:lnSpc>
      <a:spcBef>
        <a:spcPts val="0"/>
      </a:spcBef>
      <a:spcAft>
        <a:spcPts val="0"/>
      </a:spcAft>
      <a:buSzPct val="80000"/>
      <a:buFont typeface="Wingdings" panose="05000000000000000000" pitchFamily="2" charset="2"/>
      <a:buChar char="§"/>
      <a:defRPr sz="1200" kern="1200">
        <a:solidFill>
          <a:schemeClr val="tx1"/>
        </a:solidFill>
        <a:latin typeface="+mn-lt"/>
        <a:ea typeface="+mn-ea"/>
        <a:cs typeface="+mn-cs"/>
      </a:defRPr>
    </a:lvl6pPr>
    <a:lvl7pPr marL="576000" indent="-144000" algn="l" defTabSz="914400" rtl="0" eaLnBrk="1" latinLnBrk="0" hangingPunct="1">
      <a:lnSpc>
        <a:spcPct val="120000"/>
      </a:lnSpc>
      <a:spcBef>
        <a:spcPts val="0"/>
      </a:spcBef>
      <a:spcAft>
        <a:spcPts val="0"/>
      </a:spcAft>
      <a:buSzPct val="80000"/>
      <a:buFont typeface="Wingdings" panose="05000000000000000000" pitchFamily="2" charset="2"/>
      <a:buChar char="§"/>
      <a:defRPr sz="1200" kern="1200">
        <a:solidFill>
          <a:schemeClr val="tx1"/>
        </a:solidFill>
        <a:latin typeface="+mn-lt"/>
        <a:ea typeface="+mn-ea"/>
        <a:cs typeface="+mn-cs"/>
      </a:defRPr>
    </a:lvl7pPr>
    <a:lvl8pPr marL="576000" indent="-144000" algn="l" defTabSz="914400" rtl="0" eaLnBrk="1" latinLnBrk="0" hangingPunct="1">
      <a:lnSpc>
        <a:spcPct val="120000"/>
      </a:lnSpc>
      <a:spcBef>
        <a:spcPts val="0"/>
      </a:spcBef>
      <a:spcAft>
        <a:spcPts val="0"/>
      </a:spcAft>
      <a:buSzPct val="80000"/>
      <a:buFont typeface="Wingdings" panose="05000000000000000000" pitchFamily="2" charset="2"/>
      <a:buChar char="§"/>
      <a:defRPr sz="1200" kern="1200">
        <a:solidFill>
          <a:schemeClr val="tx1"/>
        </a:solidFill>
        <a:latin typeface="+mn-lt"/>
        <a:ea typeface="+mn-ea"/>
        <a:cs typeface="+mn-cs"/>
      </a:defRPr>
    </a:lvl8pPr>
    <a:lvl9pPr marL="576000" indent="-144000" algn="l" defTabSz="914400" rtl="0" eaLnBrk="1" latinLnBrk="0" hangingPunct="1">
      <a:lnSpc>
        <a:spcPct val="120000"/>
      </a:lnSpc>
      <a:spcBef>
        <a:spcPts val="0"/>
      </a:spcBef>
      <a:spcAft>
        <a:spcPts val="0"/>
      </a:spcAft>
      <a:buSzPct val="80000"/>
      <a:buFont typeface="Wingdings" panose="05000000000000000000" pitchFamily="2" charset="2"/>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322" userDrawn="1">
          <p15:clr>
            <a:srgbClr val="F26B43"/>
          </p15:clr>
        </p15:guide>
        <p15:guide id="2" pos="4289" userDrawn="1">
          <p15:clr>
            <a:srgbClr val="F26B43"/>
          </p15:clr>
        </p15:guide>
        <p15:guide id="5" orient="horz" pos="268" userDrawn="1">
          <p15:clr>
            <a:srgbClr val="F26B43"/>
          </p15:clr>
        </p15:guide>
        <p15:guide id="6" orient="horz" pos="458"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4" y="1822243"/>
            <a:ext cx="5616575" cy="2256714"/>
          </a:xfrm>
        </p:spPr>
        <p:txBody>
          <a:bodyPr anchor="b"/>
          <a:lstStyle>
            <a:lvl1pPr marL="0" marR="0" indent="0" algn="l" defTabSz="914400" rtl="0" eaLnBrk="1" fontAlgn="auto" latinLnBrk="0" hangingPunct="1">
              <a:lnSpc>
                <a:spcPct val="80000"/>
              </a:lnSpc>
              <a:spcBef>
                <a:spcPts val="0"/>
              </a:spcBef>
              <a:spcAft>
                <a:spcPts val="600"/>
              </a:spcAft>
              <a:buClrTx/>
              <a:buSzTx/>
              <a:buFontTx/>
              <a:buNone/>
              <a:tabLst/>
              <a:defRPr sz="4800" b="1" i="0">
                <a:latin typeface="+mj-lt"/>
              </a:defRPr>
            </a:lvl1pPr>
          </a:lstStyle>
          <a:p>
            <a:r>
              <a:rPr lang="en-US" noProof="0"/>
              <a:t>Title of your presentation</a:t>
            </a:r>
          </a:p>
        </p:txBody>
      </p:sp>
      <p:sp>
        <p:nvSpPr>
          <p:cNvPr id="3" name="Untertitel 2"/>
          <p:cNvSpPr>
            <a:spLocks noGrp="1"/>
          </p:cNvSpPr>
          <p:nvPr>
            <p:ph type="subTitle" idx="1" hasCustomPrompt="1"/>
          </p:nvPr>
        </p:nvSpPr>
        <p:spPr bwMode="gray">
          <a:xfrm>
            <a:off x="479424" y="4283464"/>
            <a:ext cx="5616575" cy="648000"/>
          </a:xfrm>
        </p:spPr>
        <p:txBody>
          <a:bodyPr/>
          <a:lstStyle>
            <a:lvl1pPr marL="0" indent="0" algn="l">
              <a:lnSpc>
                <a:spcPct val="100000"/>
              </a:lnSpc>
              <a:spcBef>
                <a:spcPts val="0"/>
              </a:spcBef>
              <a:spcAft>
                <a:spcPts val="600"/>
              </a:spcAft>
              <a:buFont typeface="Arial" panose="020B0604020202020204" pitchFamily="34" charset="0"/>
              <a:buNone/>
              <a:defRPr sz="2400" b="0">
                <a:solidFill>
                  <a:schemeClr val="accent3"/>
                </a:solidFill>
                <a:latin typeface="+mn-lt"/>
              </a:defRPr>
            </a:lvl1pPr>
            <a:lvl2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2pPr>
            <a:lvl3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3pPr>
            <a:lvl4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4pPr>
            <a:lvl5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5pPr>
            <a:lvl6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6pPr>
            <a:lvl7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7pPr>
            <a:lvl8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8pPr>
            <a:lvl9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9pPr>
          </a:lstStyle>
          <a:p>
            <a:r>
              <a:rPr lang="en-US" noProof="0"/>
              <a:t>Subtitle</a:t>
            </a:r>
          </a:p>
        </p:txBody>
      </p:sp>
      <p:sp>
        <p:nvSpPr>
          <p:cNvPr id="15" name="Textplatzhalter 6">
            <a:extLst>
              <a:ext uri="{FF2B5EF4-FFF2-40B4-BE49-F238E27FC236}">
                <a16:creationId xmlns:a16="http://schemas.microsoft.com/office/drawing/2014/main" id="{5F544C91-8CAE-47C0-A457-34BB1A932DCB}"/>
              </a:ext>
            </a:extLst>
          </p:cNvPr>
          <p:cNvSpPr>
            <a:spLocks noGrp="1"/>
          </p:cNvSpPr>
          <p:nvPr>
            <p:ph type="body" sz="quarter" idx="15" hasCustomPrompt="1"/>
          </p:nvPr>
        </p:nvSpPr>
        <p:spPr>
          <a:xfrm>
            <a:off x="479425" y="6227609"/>
            <a:ext cx="3563657" cy="216000"/>
          </a:xfrm>
        </p:spPr>
        <p:txBody>
          <a:bodyPr anchor="t"/>
          <a:lstStyle>
            <a:lvl1pPr marL="0" indent="0" algn="l">
              <a:lnSpc>
                <a:spcPct val="100000"/>
              </a:lnSpc>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Description</a:t>
            </a:r>
          </a:p>
        </p:txBody>
      </p:sp>
      <p:sp>
        <p:nvSpPr>
          <p:cNvPr id="16" name="Textplatzhalter 6">
            <a:extLst>
              <a:ext uri="{FF2B5EF4-FFF2-40B4-BE49-F238E27FC236}">
                <a16:creationId xmlns:a16="http://schemas.microsoft.com/office/drawing/2014/main" id="{23D4D034-62FF-4C96-BD28-4ABA4DCC8050}"/>
              </a:ext>
            </a:extLst>
          </p:cNvPr>
          <p:cNvSpPr>
            <a:spLocks noGrp="1"/>
          </p:cNvSpPr>
          <p:nvPr>
            <p:ph type="body" sz="quarter" idx="16" hasCustomPrompt="1"/>
          </p:nvPr>
        </p:nvSpPr>
        <p:spPr>
          <a:xfrm>
            <a:off x="479425" y="6011585"/>
            <a:ext cx="3563657" cy="216000"/>
          </a:xfrm>
        </p:spPr>
        <p:txBody>
          <a:bodyPr anchor="t"/>
          <a:lstStyle>
            <a:lvl1pPr marL="0" indent="0" algn="l">
              <a:lnSpc>
                <a:spcPct val="100000"/>
              </a:lnSpc>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dirty="0"/>
              <a:t>Project number | Date</a:t>
            </a:r>
          </a:p>
        </p:txBody>
      </p:sp>
      <p:sp>
        <p:nvSpPr>
          <p:cNvPr id="25" name="Textplatzhalter 6">
            <a:extLst>
              <a:ext uri="{FF2B5EF4-FFF2-40B4-BE49-F238E27FC236}">
                <a16:creationId xmlns:a16="http://schemas.microsoft.com/office/drawing/2014/main" id="{6BD9B3CB-B30E-98F2-C303-762A7547B59C}"/>
              </a:ext>
            </a:extLst>
          </p:cNvPr>
          <p:cNvSpPr>
            <a:spLocks noGrp="1"/>
          </p:cNvSpPr>
          <p:nvPr>
            <p:ph type="body" sz="quarter" idx="18" hasCustomPrompt="1"/>
          </p:nvPr>
        </p:nvSpPr>
        <p:spPr>
          <a:xfrm>
            <a:off x="479425" y="5687573"/>
            <a:ext cx="3563657" cy="216000"/>
          </a:xfrm>
        </p:spPr>
        <p:txBody>
          <a:bodyPr anchor="b"/>
          <a:lstStyle>
            <a:lvl1pPr marL="0" indent="0" algn="l">
              <a:lnSpc>
                <a:spcPct val="100000"/>
              </a:lnSpc>
              <a:buFont typeface="Arial" panose="020B0604020202020204" pitchFamily="34" charset="0"/>
              <a:buNone/>
              <a:defRPr sz="1050" b="1" cap="none" baseline="0">
                <a:solidFill>
                  <a:schemeClr val="bg2"/>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Author name</a:t>
            </a:r>
          </a:p>
        </p:txBody>
      </p:sp>
      <p:pic>
        <p:nvPicPr>
          <p:cNvPr id="5" name="Graphic 4">
            <a:extLst>
              <a:ext uri="{FF2B5EF4-FFF2-40B4-BE49-F238E27FC236}">
                <a16:creationId xmlns:a16="http://schemas.microsoft.com/office/drawing/2014/main" id="{14C15652-CFBD-BFFD-31BD-D26D69822E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79425" y="414391"/>
            <a:ext cx="1704002" cy="316533"/>
          </a:xfrm>
          <a:prstGeom prst="rect">
            <a:avLst/>
          </a:prstGeom>
        </p:spPr>
      </p:pic>
      <p:sp>
        <p:nvSpPr>
          <p:cNvPr id="89" name="Freeform 88">
            <a:extLst>
              <a:ext uri="{FF2B5EF4-FFF2-40B4-BE49-F238E27FC236}">
                <a16:creationId xmlns:a16="http://schemas.microsoft.com/office/drawing/2014/main" id="{4152BFEE-82F5-F11C-202D-2E7F6B95DF4E}"/>
              </a:ext>
            </a:extLst>
          </p:cNvPr>
          <p:cNvSpPr/>
          <p:nvPr userDrawn="1"/>
        </p:nvSpPr>
        <p:spPr bwMode="gray">
          <a:xfrm>
            <a:off x="10698511" y="6400912"/>
            <a:ext cx="914177" cy="457089"/>
          </a:xfrm>
          <a:custGeom>
            <a:avLst/>
            <a:gdLst>
              <a:gd name="connsiteX0" fmla="*/ 457088 w 914177"/>
              <a:gd name="connsiteY0" fmla="*/ 0 h 457089"/>
              <a:gd name="connsiteX1" fmla="*/ 914177 w 914177"/>
              <a:gd name="connsiteY1" fmla="*/ 457089 h 457089"/>
              <a:gd name="connsiteX2" fmla="*/ 0 w 914177"/>
              <a:gd name="connsiteY2" fmla="*/ 457089 h 457089"/>
              <a:gd name="connsiteX3" fmla="*/ 457088 w 914177"/>
              <a:gd name="connsiteY3" fmla="*/ 0 h 457089"/>
            </a:gdLst>
            <a:ahLst/>
            <a:cxnLst>
              <a:cxn ang="0">
                <a:pos x="connsiteX0" y="connsiteY0"/>
              </a:cxn>
              <a:cxn ang="0">
                <a:pos x="connsiteX1" y="connsiteY1"/>
              </a:cxn>
              <a:cxn ang="0">
                <a:pos x="connsiteX2" y="connsiteY2"/>
              </a:cxn>
              <a:cxn ang="0">
                <a:pos x="connsiteX3" y="connsiteY3"/>
              </a:cxn>
            </a:cxnLst>
            <a:rect l="l" t="t" r="r" b="b"/>
            <a:pathLst>
              <a:path w="914177" h="457089">
                <a:moveTo>
                  <a:pt x="457088" y="0"/>
                </a:moveTo>
                <a:lnTo>
                  <a:pt x="914177" y="457089"/>
                </a:lnTo>
                <a:lnTo>
                  <a:pt x="0" y="457089"/>
                </a:lnTo>
                <a:lnTo>
                  <a:pt x="457088" y="0"/>
                </a:lnTo>
                <a:close/>
              </a:path>
            </a:pathLst>
          </a:cu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grpSp>
        <p:nvGrpSpPr>
          <p:cNvPr id="90" name="Group 89">
            <a:extLst>
              <a:ext uri="{FF2B5EF4-FFF2-40B4-BE49-F238E27FC236}">
                <a16:creationId xmlns:a16="http://schemas.microsoft.com/office/drawing/2014/main" id="{40BFD4BB-0B70-239C-85AF-A07A1DE2F8C0}"/>
              </a:ext>
            </a:extLst>
          </p:cNvPr>
          <p:cNvGrpSpPr/>
          <p:nvPr userDrawn="1"/>
        </p:nvGrpSpPr>
        <p:grpSpPr>
          <a:xfrm>
            <a:off x="4754689" y="1"/>
            <a:ext cx="7437311" cy="6857999"/>
            <a:chOff x="4754689" y="1"/>
            <a:chExt cx="7437311" cy="6857999"/>
          </a:xfrm>
        </p:grpSpPr>
        <p:sp>
          <p:nvSpPr>
            <p:cNvPr id="81" name="Freeform 80">
              <a:extLst>
                <a:ext uri="{FF2B5EF4-FFF2-40B4-BE49-F238E27FC236}">
                  <a16:creationId xmlns:a16="http://schemas.microsoft.com/office/drawing/2014/main" id="{E224A6B0-204A-BD63-8BFF-69D0A302E54A}"/>
                </a:ext>
              </a:extLst>
            </p:cNvPr>
            <p:cNvSpPr/>
            <p:nvPr userDrawn="1"/>
          </p:nvSpPr>
          <p:spPr bwMode="gray">
            <a:xfrm>
              <a:off x="8732416" y="1554546"/>
              <a:ext cx="3459584" cy="4846365"/>
            </a:xfrm>
            <a:custGeom>
              <a:avLst/>
              <a:gdLst>
                <a:gd name="connsiteX0" fmla="*/ 2423182 w 3459584"/>
                <a:gd name="connsiteY0" fmla="*/ 0 h 4846365"/>
                <a:gd name="connsiteX1" fmla="*/ 3459584 w 3459584"/>
                <a:gd name="connsiteY1" fmla="*/ 1036401 h 4846365"/>
                <a:gd name="connsiteX2" fmla="*/ 3459584 w 3459584"/>
                <a:gd name="connsiteY2" fmla="*/ 3809962 h 4846365"/>
                <a:gd name="connsiteX3" fmla="*/ 2423182 w 3459584"/>
                <a:gd name="connsiteY3" fmla="*/ 4846365 h 4846365"/>
                <a:gd name="connsiteX4" fmla="*/ 0 w 3459584"/>
                <a:gd name="connsiteY4" fmla="*/ 2423182 h 4846365"/>
                <a:gd name="connsiteX5" fmla="*/ 2423182 w 3459584"/>
                <a:gd name="connsiteY5" fmla="*/ 0 h 48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9584" h="4846365">
                  <a:moveTo>
                    <a:pt x="2423182" y="0"/>
                  </a:moveTo>
                  <a:lnTo>
                    <a:pt x="3459584" y="1036401"/>
                  </a:lnTo>
                  <a:lnTo>
                    <a:pt x="3459584" y="3809962"/>
                  </a:lnTo>
                  <a:lnTo>
                    <a:pt x="2423182" y="4846365"/>
                  </a:lnTo>
                  <a:lnTo>
                    <a:pt x="0" y="2423182"/>
                  </a:lnTo>
                  <a:lnTo>
                    <a:pt x="2423182" y="0"/>
                  </a:lnTo>
                  <a:close/>
                </a:path>
              </a:pathLst>
            </a:cu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78" name="Freeform 77">
              <a:extLst>
                <a:ext uri="{FF2B5EF4-FFF2-40B4-BE49-F238E27FC236}">
                  <a16:creationId xmlns:a16="http://schemas.microsoft.com/office/drawing/2014/main" id="{9C6985E2-A720-D9CB-FE20-F05CB7CC38DA}"/>
                </a:ext>
              </a:extLst>
            </p:cNvPr>
            <p:cNvSpPr/>
            <p:nvPr userDrawn="1"/>
          </p:nvSpPr>
          <p:spPr bwMode="gray">
            <a:xfrm>
              <a:off x="4754689" y="1"/>
              <a:ext cx="6400909" cy="3977727"/>
            </a:xfrm>
            <a:custGeom>
              <a:avLst/>
              <a:gdLst>
                <a:gd name="connsiteX0" fmla="*/ 0 w 6400909"/>
                <a:gd name="connsiteY0" fmla="*/ 0 h 3977727"/>
                <a:gd name="connsiteX1" fmla="*/ 4846365 w 6400909"/>
                <a:gd name="connsiteY1" fmla="*/ 0 h 3977727"/>
                <a:gd name="connsiteX2" fmla="*/ 6400909 w 6400909"/>
                <a:gd name="connsiteY2" fmla="*/ 1554545 h 3977727"/>
                <a:gd name="connsiteX3" fmla="*/ 3977727 w 6400909"/>
                <a:gd name="connsiteY3" fmla="*/ 3977727 h 3977727"/>
                <a:gd name="connsiteX4" fmla="*/ 0 w 6400909"/>
                <a:gd name="connsiteY4" fmla="*/ 0 h 3977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909" h="3977727">
                  <a:moveTo>
                    <a:pt x="0" y="0"/>
                  </a:moveTo>
                  <a:lnTo>
                    <a:pt x="4846365" y="0"/>
                  </a:lnTo>
                  <a:lnTo>
                    <a:pt x="6400909" y="1554545"/>
                  </a:lnTo>
                  <a:lnTo>
                    <a:pt x="3977727" y="3977727"/>
                  </a:lnTo>
                  <a:lnTo>
                    <a:pt x="0" y="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77" name="Freeform 76">
              <a:extLst>
                <a:ext uri="{FF2B5EF4-FFF2-40B4-BE49-F238E27FC236}">
                  <a16:creationId xmlns:a16="http://schemas.microsoft.com/office/drawing/2014/main" id="{8E470E96-78BE-4B35-9414-8F9EBB0CEA56}"/>
                </a:ext>
              </a:extLst>
            </p:cNvPr>
            <p:cNvSpPr/>
            <p:nvPr userDrawn="1"/>
          </p:nvSpPr>
          <p:spPr bwMode="gray">
            <a:xfrm>
              <a:off x="11155598" y="518144"/>
              <a:ext cx="1036402" cy="2072803"/>
            </a:xfrm>
            <a:custGeom>
              <a:avLst/>
              <a:gdLst>
                <a:gd name="connsiteX0" fmla="*/ 1036402 w 1036402"/>
                <a:gd name="connsiteY0" fmla="*/ 0 h 2072803"/>
                <a:gd name="connsiteX1" fmla="*/ 1036402 w 1036402"/>
                <a:gd name="connsiteY1" fmla="*/ 2072803 h 2072803"/>
                <a:gd name="connsiteX2" fmla="*/ 0 w 1036402"/>
                <a:gd name="connsiteY2" fmla="*/ 1036402 h 2072803"/>
                <a:gd name="connsiteX3" fmla="*/ 1036402 w 1036402"/>
                <a:gd name="connsiteY3" fmla="*/ 0 h 2072803"/>
              </a:gdLst>
              <a:ahLst/>
              <a:cxnLst>
                <a:cxn ang="0">
                  <a:pos x="connsiteX0" y="connsiteY0"/>
                </a:cxn>
                <a:cxn ang="0">
                  <a:pos x="connsiteX1" y="connsiteY1"/>
                </a:cxn>
                <a:cxn ang="0">
                  <a:pos x="connsiteX2" y="connsiteY2"/>
                </a:cxn>
                <a:cxn ang="0">
                  <a:pos x="connsiteX3" y="connsiteY3"/>
                </a:cxn>
              </a:cxnLst>
              <a:rect l="l" t="t" r="r" b="b"/>
              <a:pathLst>
                <a:path w="1036402" h="2072803">
                  <a:moveTo>
                    <a:pt x="1036402" y="0"/>
                  </a:moveTo>
                  <a:lnTo>
                    <a:pt x="1036402" y="2072803"/>
                  </a:lnTo>
                  <a:lnTo>
                    <a:pt x="0" y="1036402"/>
                  </a:lnTo>
                  <a:lnTo>
                    <a:pt x="1036402" y="0"/>
                  </a:lnTo>
                  <a:close/>
                </a:path>
              </a:pathLst>
            </a:cu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86" name="Freeform 85">
              <a:extLst>
                <a:ext uri="{FF2B5EF4-FFF2-40B4-BE49-F238E27FC236}">
                  <a16:creationId xmlns:a16="http://schemas.microsoft.com/office/drawing/2014/main" id="{7683A49B-E36F-F961-FCF7-01268329C573}"/>
                </a:ext>
              </a:extLst>
            </p:cNvPr>
            <p:cNvSpPr/>
            <p:nvPr userDrawn="1"/>
          </p:nvSpPr>
          <p:spPr bwMode="gray">
            <a:xfrm>
              <a:off x="5852146" y="3977728"/>
              <a:ext cx="5303453" cy="2880272"/>
            </a:xfrm>
            <a:custGeom>
              <a:avLst/>
              <a:gdLst>
                <a:gd name="connsiteX0" fmla="*/ 2880272 w 5303453"/>
                <a:gd name="connsiteY0" fmla="*/ 0 h 2880272"/>
                <a:gd name="connsiteX1" fmla="*/ 5303453 w 5303453"/>
                <a:gd name="connsiteY1" fmla="*/ 2423182 h 2880272"/>
                <a:gd name="connsiteX2" fmla="*/ 5303453 w 5303453"/>
                <a:gd name="connsiteY2" fmla="*/ 2423183 h 2880272"/>
                <a:gd name="connsiteX3" fmla="*/ 5303453 w 5303453"/>
                <a:gd name="connsiteY3" fmla="*/ 2423183 h 2880272"/>
                <a:gd name="connsiteX4" fmla="*/ 4846365 w 5303453"/>
                <a:gd name="connsiteY4" fmla="*/ 2880272 h 2880272"/>
                <a:gd name="connsiteX5" fmla="*/ 0 w 5303453"/>
                <a:gd name="connsiteY5" fmla="*/ 2880272 h 2880272"/>
                <a:gd name="connsiteX6" fmla="*/ 2880272 w 5303453"/>
                <a:gd name="connsiteY6" fmla="*/ 0 h 288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03453" h="2880272">
                  <a:moveTo>
                    <a:pt x="2880272" y="0"/>
                  </a:moveTo>
                  <a:lnTo>
                    <a:pt x="5303453" y="2423182"/>
                  </a:lnTo>
                  <a:lnTo>
                    <a:pt x="5303453" y="2423183"/>
                  </a:lnTo>
                  <a:lnTo>
                    <a:pt x="5303453" y="2423183"/>
                  </a:lnTo>
                  <a:lnTo>
                    <a:pt x="4846365" y="2880272"/>
                  </a:lnTo>
                  <a:lnTo>
                    <a:pt x="0" y="2880272"/>
                  </a:lnTo>
                  <a:lnTo>
                    <a:pt x="2880272" y="0"/>
                  </a:lnTo>
                  <a:close/>
                </a:path>
              </a:pathLst>
            </a:cu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85" name="Freeform 84">
              <a:extLst>
                <a:ext uri="{FF2B5EF4-FFF2-40B4-BE49-F238E27FC236}">
                  <a16:creationId xmlns:a16="http://schemas.microsoft.com/office/drawing/2014/main" id="{45FE6FD4-4D3F-C8A7-AD1C-5DDDCDA38CF2}"/>
                </a:ext>
              </a:extLst>
            </p:cNvPr>
            <p:cNvSpPr/>
            <p:nvPr userDrawn="1"/>
          </p:nvSpPr>
          <p:spPr bwMode="gray">
            <a:xfrm>
              <a:off x="11155598" y="5364508"/>
              <a:ext cx="1036402" cy="1493492"/>
            </a:xfrm>
            <a:custGeom>
              <a:avLst/>
              <a:gdLst>
                <a:gd name="connsiteX0" fmla="*/ 1036402 w 1036402"/>
                <a:gd name="connsiteY0" fmla="*/ 0 h 1493492"/>
                <a:gd name="connsiteX1" fmla="*/ 1036402 w 1036402"/>
                <a:gd name="connsiteY1" fmla="*/ 1493492 h 1493492"/>
                <a:gd name="connsiteX2" fmla="*/ 457089 w 1036402"/>
                <a:gd name="connsiteY2" fmla="*/ 1493492 h 1493492"/>
                <a:gd name="connsiteX3" fmla="*/ 0 w 1036402"/>
                <a:gd name="connsiteY3" fmla="*/ 1036403 h 1493492"/>
                <a:gd name="connsiteX4" fmla="*/ 1 w 1036402"/>
                <a:gd name="connsiteY4" fmla="*/ 1036403 h 1493492"/>
                <a:gd name="connsiteX5" fmla="*/ 0 w 1036402"/>
                <a:gd name="connsiteY5" fmla="*/ 1036402 h 1493492"/>
                <a:gd name="connsiteX6" fmla="*/ 1036402 w 1036402"/>
                <a:gd name="connsiteY6" fmla="*/ 0 h 1493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6402" h="1493492">
                  <a:moveTo>
                    <a:pt x="1036402" y="0"/>
                  </a:moveTo>
                  <a:lnTo>
                    <a:pt x="1036402" y="1493492"/>
                  </a:lnTo>
                  <a:lnTo>
                    <a:pt x="457089" y="1493492"/>
                  </a:lnTo>
                  <a:lnTo>
                    <a:pt x="0" y="1036403"/>
                  </a:lnTo>
                  <a:lnTo>
                    <a:pt x="1" y="1036403"/>
                  </a:lnTo>
                  <a:lnTo>
                    <a:pt x="0" y="1036402"/>
                  </a:lnTo>
                  <a:lnTo>
                    <a:pt x="1036402" y="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grpSp>
    </p:spTree>
    <p:extLst>
      <p:ext uri="{BB962C8B-B14F-4D97-AF65-F5344CB8AC3E}">
        <p14:creationId xmlns:p14="http://schemas.microsoft.com/office/powerpoint/2010/main" val="217254107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2">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EF9649F4-3EB1-D516-AA2A-A21646B6A3EA}"/>
              </a:ext>
            </a:extLst>
          </p:cNvPr>
          <p:cNvSpPr/>
          <p:nvPr userDrawn="1"/>
        </p:nvSpPr>
        <p:spPr bwMode="gray">
          <a:xfrm>
            <a:off x="11530809" y="5144497"/>
            <a:ext cx="279" cy="5528"/>
          </a:xfrm>
          <a:custGeom>
            <a:avLst/>
            <a:gdLst>
              <a:gd name="connsiteX0" fmla="*/ 0 w 279"/>
              <a:gd name="connsiteY0" fmla="*/ 0 h 5528"/>
              <a:gd name="connsiteX1" fmla="*/ 279 w 279"/>
              <a:gd name="connsiteY1" fmla="*/ 5528 h 5528"/>
              <a:gd name="connsiteX2" fmla="*/ 0 w 279"/>
              <a:gd name="connsiteY2" fmla="*/ 5528 h 5528"/>
              <a:gd name="connsiteX3" fmla="*/ 0 w 279"/>
              <a:gd name="connsiteY3" fmla="*/ 0 h 5528"/>
            </a:gdLst>
            <a:ahLst/>
            <a:cxnLst>
              <a:cxn ang="0">
                <a:pos x="connsiteX0" y="connsiteY0"/>
              </a:cxn>
              <a:cxn ang="0">
                <a:pos x="connsiteX1" y="connsiteY1"/>
              </a:cxn>
              <a:cxn ang="0">
                <a:pos x="connsiteX2" y="connsiteY2"/>
              </a:cxn>
              <a:cxn ang="0">
                <a:pos x="connsiteX3" y="connsiteY3"/>
              </a:cxn>
            </a:cxnLst>
            <a:rect l="l" t="t" r="r" b="b"/>
            <a:pathLst>
              <a:path w="279" h="5528">
                <a:moveTo>
                  <a:pt x="0" y="0"/>
                </a:moveTo>
                <a:lnTo>
                  <a:pt x="279" y="5528"/>
                </a:lnTo>
                <a:lnTo>
                  <a:pt x="0" y="5528"/>
                </a:lnTo>
                <a:lnTo>
                  <a:pt x="0" y="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2" name="Titel 1"/>
          <p:cNvSpPr>
            <a:spLocks noGrp="1"/>
          </p:cNvSpPr>
          <p:nvPr>
            <p:ph type="ctrTitle" hasCustomPrompt="1"/>
          </p:nvPr>
        </p:nvSpPr>
        <p:spPr bwMode="gray">
          <a:xfrm>
            <a:off x="6881717" y="1557338"/>
            <a:ext cx="4830857" cy="2829502"/>
          </a:xfrm>
        </p:spPr>
        <p:txBody>
          <a:bodyPr anchor="b"/>
          <a:lstStyle>
            <a:lvl1pPr algn="r">
              <a:lnSpc>
                <a:spcPct val="80000"/>
              </a:lnSpc>
              <a:spcAft>
                <a:spcPts val="600"/>
              </a:spcAft>
              <a:defRPr sz="4800" b="1" i="0" spc="0">
                <a:solidFill>
                  <a:schemeClr val="bg2"/>
                </a:solidFill>
                <a:latin typeface="+mj-lt"/>
              </a:defRPr>
            </a:lvl1pPr>
          </a:lstStyle>
          <a:p>
            <a:r>
              <a:rPr lang="en-US" noProof="0"/>
              <a:t>Title of your presentation</a:t>
            </a:r>
          </a:p>
        </p:txBody>
      </p:sp>
      <p:sp>
        <p:nvSpPr>
          <p:cNvPr id="3" name="Untertitel 2"/>
          <p:cNvSpPr>
            <a:spLocks noGrp="1"/>
          </p:cNvSpPr>
          <p:nvPr>
            <p:ph type="subTitle" idx="1" hasCustomPrompt="1"/>
          </p:nvPr>
        </p:nvSpPr>
        <p:spPr bwMode="gray">
          <a:xfrm>
            <a:off x="6881131" y="4567474"/>
            <a:ext cx="4829202" cy="648000"/>
          </a:xfrm>
        </p:spPr>
        <p:txBody>
          <a:bodyPr/>
          <a:lstStyle>
            <a:lvl1pPr marL="0" indent="0" algn="r">
              <a:lnSpc>
                <a:spcPct val="100000"/>
              </a:lnSpc>
              <a:spcBef>
                <a:spcPts val="0"/>
              </a:spcBef>
              <a:spcAft>
                <a:spcPts val="600"/>
              </a:spcAft>
              <a:buFont typeface="Arial" panose="020B0604020202020204" pitchFamily="34" charset="0"/>
              <a:buNone/>
              <a:defRPr sz="2400" b="0">
                <a:solidFill>
                  <a:schemeClr val="accent3"/>
                </a:solidFill>
                <a:latin typeface="+mn-lt"/>
              </a:defRPr>
            </a:lvl1pPr>
            <a:lvl2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2pPr>
            <a:lvl3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3pPr>
            <a:lvl4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4pPr>
            <a:lvl5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5pPr>
            <a:lvl6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6pPr>
            <a:lvl7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7pPr>
            <a:lvl8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8pPr>
            <a:lvl9pPr marL="0" indent="0" algn="l">
              <a:lnSpc>
                <a:spcPct val="100000"/>
              </a:lnSpc>
              <a:spcBef>
                <a:spcPts val="0"/>
              </a:spcBef>
              <a:spcAft>
                <a:spcPts val="0"/>
              </a:spcAft>
              <a:buFont typeface="Arial" panose="020B0604020202020204" pitchFamily="34" charset="0"/>
              <a:buNone/>
              <a:defRPr sz="2000" b="0">
                <a:solidFill>
                  <a:schemeClr val="tx1"/>
                </a:solidFill>
                <a:latin typeface="+mn-lt"/>
              </a:defRPr>
            </a:lvl9pPr>
          </a:lstStyle>
          <a:p>
            <a:r>
              <a:rPr lang="en-US" noProof="0"/>
              <a:t>Subtitle</a:t>
            </a:r>
          </a:p>
        </p:txBody>
      </p:sp>
      <p:sp>
        <p:nvSpPr>
          <p:cNvPr id="5" name="Textplatzhalter 6">
            <a:extLst>
              <a:ext uri="{FF2B5EF4-FFF2-40B4-BE49-F238E27FC236}">
                <a16:creationId xmlns:a16="http://schemas.microsoft.com/office/drawing/2014/main" id="{6393D150-D85F-61A0-A0B8-C282C3758CAF}"/>
              </a:ext>
            </a:extLst>
          </p:cNvPr>
          <p:cNvSpPr>
            <a:spLocks noGrp="1"/>
          </p:cNvSpPr>
          <p:nvPr>
            <p:ph type="body" sz="quarter" idx="15" hasCustomPrompt="1"/>
          </p:nvPr>
        </p:nvSpPr>
        <p:spPr>
          <a:xfrm>
            <a:off x="8146676" y="6227609"/>
            <a:ext cx="3563657" cy="216000"/>
          </a:xfrm>
        </p:spPr>
        <p:txBody>
          <a:bodyPr anchor="t"/>
          <a:lstStyle>
            <a:lvl1pPr marL="0" indent="0" algn="r">
              <a:lnSpc>
                <a:spcPct val="100000"/>
              </a:lnSpc>
              <a:spcAft>
                <a:spcPts val="600"/>
              </a:spcAft>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Description</a:t>
            </a:r>
          </a:p>
        </p:txBody>
      </p:sp>
      <p:sp>
        <p:nvSpPr>
          <p:cNvPr id="6" name="Textplatzhalter 6">
            <a:extLst>
              <a:ext uri="{FF2B5EF4-FFF2-40B4-BE49-F238E27FC236}">
                <a16:creationId xmlns:a16="http://schemas.microsoft.com/office/drawing/2014/main" id="{306FEFFC-A594-55FC-CCED-7F3F1E948318}"/>
              </a:ext>
            </a:extLst>
          </p:cNvPr>
          <p:cNvSpPr>
            <a:spLocks noGrp="1"/>
          </p:cNvSpPr>
          <p:nvPr>
            <p:ph type="body" sz="quarter" idx="16" hasCustomPrompt="1"/>
          </p:nvPr>
        </p:nvSpPr>
        <p:spPr>
          <a:xfrm>
            <a:off x="8146676" y="6011585"/>
            <a:ext cx="3563657" cy="216000"/>
          </a:xfrm>
        </p:spPr>
        <p:txBody>
          <a:bodyPr anchor="t"/>
          <a:lstStyle>
            <a:lvl1pPr marL="0" indent="0" algn="r">
              <a:lnSpc>
                <a:spcPct val="100000"/>
              </a:lnSpc>
              <a:spcAft>
                <a:spcPts val="600"/>
              </a:spcAft>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dirty="0"/>
              <a:t>Project number | Date</a:t>
            </a:r>
          </a:p>
        </p:txBody>
      </p:sp>
      <p:sp>
        <p:nvSpPr>
          <p:cNvPr id="7" name="Textplatzhalter 6">
            <a:extLst>
              <a:ext uri="{FF2B5EF4-FFF2-40B4-BE49-F238E27FC236}">
                <a16:creationId xmlns:a16="http://schemas.microsoft.com/office/drawing/2014/main" id="{F879799E-2B36-D1F9-B9D2-533E148BA3B0}"/>
              </a:ext>
            </a:extLst>
          </p:cNvPr>
          <p:cNvSpPr>
            <a:spLocks noGrp="1"/>
          </p:cNvSpPr>
          <p:nvPr>
            <p:ph type="body" sz="quarter" idx="18" hasCustomPrompt="1"/>
          </p:nvPr>
        </p:nvSpPr>
        <p:spPr>
          <a:xfrm>
            <a:off x="8146676" y="5687573"/>
            <a:ext cx="3563657" cy="216000"/>
          </a:xfrm>
        </p:spPr>
        <p:txBody>
          <a:bodyPr anchor="b"/>
          <a:lstStyle>
            <a:lvl1pPr marL="0" indent="0" algn="r">
              <a:lnSpc>
                <a:spcPct val="100000"/>
              </a:lnSpc>
              <a:spcAft>
                <a:spcPts val="600"/>
              </a:spcAft>
              <a:buFont typeface="Arial" panose="020B0604020202020204" pitchFamily="34" charset="0"/>
              <a:buNone/>
              <a:defRPr sz="1050" b="1" cap="none" baseline="0">
                <a:solidFill>
                  <a:schemeClr val="bg2"/>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Author name</a:t>
            </a:r>
          </a:p>
        </p:txBody>
      </p:sp>
      <p:pic>
        <p:nvPicPr>
          <p:cNvPr id="4" name="Graphic 3">
            <a:extLst>
              <a:ext uri="{FF2B5EF4-FFF2-40B4-BE49-F238E27FC236}">
                <a16:creationId xmlns:a16="http://schemas.microsoft.com/office/drawing/2014/main" id="{4E3677C5-9AE5-7553-64B5-67E5E1164E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77449" y="414391"/>
            <a:ext cx="1732884" cy="316533"/>
          </a:xfrm>
          <a:prstGeom prst="rect">
            <a:avLst/>
          </a:prstGeom>
        </p:spPr>
      </p:pic>
      <p:pic>
        <p:nvPicPr>
          <p:cNvPr id="9" name="Graphic 8">
            <a:extLst>
              <a:ext uri="{FF2B5EF4-FFF2-40B4-BE49-F238E27FC236}">
                <a16:creationId xmlns:a16="http://schemas.microsoft.com/office/drawing/2014/main" id="{84457161-B9E3-2308-1973-11E49129E9D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815" y="-46890"/>
            <a:ext cx="6844261" cy="6960265"/>
          </a:xfrm>
          <a:prstGeom prst="rect">
            <a:avLst/>
          </a:prstGeom>
        </p:spPr>
      </p:pic>
    </p:spTree>
    <p:extLst>
      <p:ext uri="{BB962C8B-B14F-4D97-AF65-F5344CB8AC3E}">
        <p14:creationId xmlns:p14="http://schemas.microsoft.com/office/powerpoint/2010/main" val="20407447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22DDD2DB-2F7A-F798-0ACA-1CB6769D5C0F}"/>
              </a:ext>
            </a:extLst>
          </p:cNvPr>
          <p:cNvSpPr>
            <a:spLocks noGrp="1"/>
          </p:cNvSpPr>
          <p:nvPr>
            <p:ph type="ctrTitle" hasCustomPrompt="1"/>
          </p:nvPr>
        </p:nvSpPr>
        <p:spPr bwMode="gray">
          <a:xfrm>
            <a:off x="7160281" y="1557338"/>
            <a:ext cx="4552293" cy="2688454"/>
          </a:xfrm>
        </p:spPr>
        <p:txBody>
          <a:bodyPr anchor="b"/>
          <a:lstStyle>
            <a:lvl1pPr marL="0" marR="0" indent="0" algn="r" defTabSz="914400" rtl="0" eaLnBrk="1" fontAlgn="auto" latinLnBrk="0" hangingPunct="1">
              <a:lnSpc>
                <a:spcPct val="80000"/>
              </a:lnSpc>
              <a:spcBef>
                <a:spcPct val="0"/>
              </a:spcBef>
              <a:spcAft>
                <a:spcPts val="600"/>
              </a:spcAft>
              <a:buClrTx/>
              <a:buSzTx/>
              <a:buFontTx/>
              <a:buNone/>
              <a:tabLst/>
              <a:defRPr sz="4800" b="1" i="0">
                <a:solidFill>
                  <a:schemeClr val="tx1"/>
                </a:solidFill>
                <a:latin typeface="+mj-lt"/>
              </a:defRPr>
            </a:lvl1pPr>
          </a:lstStyle>
          <a:p>
            <a:r>
              <a:rPr lang="en-US" noProof="0"/>
              <a:t>Title of your presentation</a:t>
            </a:r>
          </a:p>
        </p:txBody>
      </p:sp>
      <p:sp>
        <p:nvSpPr>
          <p:cNvPr id="5" name="Untertitel 2">
            <a:extLst>
              <a:ext uri="{FF2B5EF4-FFF2-40B4-BE49-F238E27FC236}">
                <a16:creationId xmlns:a16="http://schemas.microsoft.com/office/drawing/2014/main" id="{679CC567-57A9-F91D-2AC9-E2389865CA14}"/>
              </a:ext>
            </a:extLst>
          </p:cNvPr>
          <p:cNvSpPr>
            <a:spLocks noGrp="1"/>
          </p:cNvSpPr>
          <p:nvPr>
            <p:ph type="subTitle" idx="1" hasCustomPrompt="1"/>
          </p:nvPr>
        </p:nvSpPr>
        <p:spPr bwMode="gray">
          <a:xfrm>
            <a:off x="7160281" y="4450299"/>
            <a:ext cx="4552294" cy="648000"/>
          </a:xfrm>
        </p:spPr>
        <p:txBody>
          <a:bodyPr/>
          <a:lstStyle>
            <a:lvl1pPr marL="0" indent="0" algn="r">
              <a:lnSpc>
                <a:spcPct val="100000"/>
              </a:lnSpc>
              <a:spcBef>
                <a:spcPts val="0"/>
              </a:spcBef>
              <a:spcAft>
                <a:spcPts val="600"/>
              </a:spcAft>
              <a:buFont typeface="Arial" panose="020B0604020202020204" pitchFamily="34" charset="0"/>
              <a:buNone/>
              <a:defRPr sz="2400" b="0">
                <a:solidFill>
                  <a:schemeClr val="accent3"/>
                </a:solidFill>
                <a:latin typeface="+mn-lt"/>
              </a:defRPr>
            </a:lvl1pPr>
            <a:lvl2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2pPr>
            <a:lvl3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3pPr>
            <a:lvl4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4pPr>
            <a:lvl5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5pPr>
            <a:lvl6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6pPr>
            <a:lvl7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7pPr>
            <a:lvl8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8pPr>
            <a:lvl9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9pPr>
          </a:lstStyle>
          <a:p>
            <a:r>
              <a:rPr lang="en-US" noProof="0"/>
              <a:t>Subtitle</a:t>
            </a:r>
          </a:p>
        </p:txBody>
      </p:sp>
      <p:sp>
        <p:nvSpPr>
          <p:cNvPr id="7" name="Textplatzhalter 6">
            <a:extLst>
              <a:ext uri="{FF2B5EF4-FFF2-40B4-BE49-F238E27FC236}">
                <a16:creationId xmlns:a16="http://schemas.microsoft.com/office/drawing/2014/main" id="{AD39845A-299B-8683-51A8-5741826A6035}"/>
              </a:ext>
            </a:extLst>
          </p:cNvPr>
          <p:cNvSpPr>
            <a:spLocks noGrp="1"/>
          </p:cNvSpPr>
          <p:nvPr>
            <p:ph type="body" sz="quarter" idx="15" hasCustomPrompt="1"/>
          </p:nvPr>
        </p:nvSpPr>
        <p:spPr>
          <a:xfrm>
            <a:off x="8148918" y="6227609"/>
            <a:ext cx="3563657" cy="216000"/>
          </a:xfrm>
        </p:spPr>
        <p:txBody>
          <a:bodyPr anchor="t"/>
          <a:lstStyle>
            <a:lvl1pPr marL="0" indent="0" algn="r">
              <a:lnSpc>
                <a:spcPct val="100000"/>
              </a:lnSpc>
              <a:spcAft>
                <a:spcPts val="600"/>
              </a:spcAft>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Description</a:t>
            </a:r>
          </a:p>
        </p:txBody>
      </p:sp>
      <p:sp>
        <p:nvSpPr>
          <p:cNvPr id="8" name="Textplatzhalter 6">
            <a:extLst>
              <a:ext uri="{FF2B5EF4-FFF2-40B4-BE49-F238E27FC236}">
                <a16:creationId xmlns:a16="http://schemas.microsoft.com/office/drawing/2014/main" id="{D039E008-6102-2781-AADF-533109F661D9}"/>
              </a:ext>
            </a:extLst>
          </p:cNvPr>
          <p:cNvSpPr>
            <a:spLocks noGrp="1"/>
          </p:cNvSpPr>
          <p:nvPr>
            <p:ph type="body" sz="quarter" idx="16" hasCustomPrompt="1"/>
          </p:nvPr>
        </p:nvSpPr>
        <p:spPr>
          <a:xfrm>
            <a:off x="8148918" y="6011585"/>
            <a:ext cx="3563657" cy="216000"/>
          </a:xfrm>
        </p:spPr>
        <p:txBody>
          <a:bodyPr anchor="t"/>
          <a:lstStyle>
            <a:lvl1pPr marL="0" indent="0" algn="r">
              <a:lnSpc>
                <a:spcPct val="100000"/>
              </a:lnSpc>
              <a:spcAft>
                <a:spcPts val="600"/>
              </a:spcAft>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dirty="0"/>
              <a:t>Project number | Date</a:t>
            </a:r>
          </a:p>
        </p:txBody>
      </p:sp>
      <p:sp>
        <p:nvSpPr>
          <p:cNvPr id="9" name="Textplatzhalter 6">
            <a:extLst>
              <a:ext uri="{FF2B5EF4-FFF2-40B4-BE49-F238E27FC236}">
                <a16:creationId xmlns:a16="http://schemas.microsoft.com/office/drawing/2014/main" id="{B5C6A9BF-B2A5-7D55-532D-F6D3A3CBBF9F}"/>
              </a:ext>
            </a:extLst>
          </p:cNvPr>
          <p:cNvSpPr>
            <a:spLocks noGrp="1"/>
          </p:cNvSpPr>
          <p:nvPr>
            <p:ph type="body" sz="quarter" idx="18" hasCustomPrompt="1"/>
          </p:nvPr>
        </p:nvSpPr>
        <p:spPr>
          <a:xfrm>
            <a:off x="8148918" y="5687573"/>
            <a:ext cx="3563657" cy="216000"/>
          </a:xfrm>
        </p:spPr>
        <p:txBody>
          <a:bodyPr anchor="b"/>
          <a:lstStyle>
            <a:lvl1pPr marL="0" indent="0" algn="r">
              <a:lnSpc>
                <a:spcPct val="100000"/>
              </a:lnSpc>
              <a:spcAft>
                <a:spcPts val="600"/>
              </a:spcAft>
              <a:buFont typeface="Arial" panose="020B0604020202020204" pitchFamily="34" charset="0"/>
              <a:buNone/>
              <a:defRPr sz="1050" b="1" cap="none" baseline="0">
                <a:solidFill>
                  <a:schemeClr val="bg2"/>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Author name</a:t>
            </a:r>
          </a:p>
        </p:txBody>
      </p:sp>
      <p:sp>
        <p:nvSpPr>
          <p:cNvPr id="2" name="Picture Placeholder 10">
            <a:extLst>
              <a:ext uri="{FF2B5EF4-FFF2-40B4-BE49-F238E27FC236}">
                <a16:creationId xmlns:a16="http://schemas.microsoft.com/office/drawing/2014/main" id="{50A01641-1943-4FD1-613B-FC961DD2D450}"/>
              </a:ext>
            </a:extLst>
          </p:cNvPr>
          <p:cNvSpPr>
            <a:spLocks noGrp="1"/>
          </p:cNvSpPr>
          <p:nvPr>
            <p:ph type="pic" sz="quarter" idx="20"/>
          </p:nvPr>
        </p:nvSpPr>
        <p:spPr bwMode="gray">
          <a:xfrm>
            <a:off x="0" y="0"/>
            <a:ext cx="7160282" cy="6227763"/>
          </a:xfrm>
          <a:custGeom>
            <a:avLst/>
            <a:gdLst>
              <a:gd name="connsiteX0" fmla="*/ 1 w 7160282"/>
              <a:gd name="connsiteY0" fmla="*/ 0 h 6227763"/>
              <a:gd name="connsiteX1" fmla="*/ 6942645 w 7160282"/>
              <a:gd name="connsiteY1" fmla="*/ 0 h 6227763"/>
              <a:gd name="connsiteX2" fmla="*/ 7160282 w 7160282"/>
              <a:gd name="connsiteY2" fmla="*/ 589660 h 6227763"/>
              <a:gd name="connsiteX3" fmla="*/ 4666978 w 7160282"/>
              <a:gd name="connsiteY3" fmla="*/ 1510849 h 6227763"/>
              <a:gd name="connsiteX4" fmla="*/ 7083092 w 7160282"/>
              <a:gd name="connsiteY4" fmla="*/ 2624250 h 6227763"/>
              <a:gd name="connsiteX5" fmla="*/ 6335123 w 7160282"/>
              <a:gd name="connsiteY5" fmla="*/ 4247363 h 6227763"/>
              <a:gd name="connsiteX6" fmla="*/ 3919010 w 7160282"/>
              <a:gd name="connsiteY6" fmla="*/ 3133960 h 6227763"/>
              <a:gd name="connsiteX7" fmla="*/ 4838807 w 7160282"/>
              <a:gd name="connsiteY7" fmla="*/ 5628550 h 6227763"/>
              <a:gd name="connsiteX8" fmla="*/ 3216973 w 7160282"/>
              <a:gd name="connsiteY8" fmla="*/ 6227763 h 6227763"/>
              <a:gd name="connsiteX9" fmla="*/ 3155571 w 7160282"/>
              <a:gd name="connsiteY9" fmla="*/ 6227763 h 6227763"/>
              <a:gd name="connsiteX10" fmla="*/ 2243137 w 7160282"/>
              <a:gd name="connsiteY10" fmla="*/ 3753139 h 6227763"/>
              <a:gd name="connsiteX11" fmla="*/ 1130564 w 7160282"/>
              <a:gd name="connsiteY11" fmla="*/ 6167452 h 6227763"/>
              <a:gd name="connsiteX12" fmla="*/ 1 w 7160282"/>
              <a:gd name="connsiteY12" fmla="*/ 5646460 h 6227763"/>
              <a:gd name="connsiteX13" fmla="*/ 1 w 7160282"/>
              <a:gd name="connsiteY13" fmla="*/ 4353430 h 6227763"/>
              <a:gd name="connsiteX14" fmla="*/ 621085 w 7160282"/>
              <a:gd name="connsiteY14" fmla="*/ 3005661 h 6227763"/>
              <a:gd name="connsiteX15" fmla="*/ 0 w 7160282"/>
              <a:gd name="connsiteY15" fmla="*/ 3235130 h 6227763"/>
              <a:gd name="connsiteX16" fmla="*/ 1 w 7160282"/>
              <a:gd name="connsiteY16" fmla="*/ 1330491 h 6227763"/>
              <a:gd name="connsiteX17" fmla="*/ 3019 w 7160282"/>
              <a:gd name="connsiteY17" fmla="*/ 1329377 h 6227763"/>
              <a:gd name="connsiteX18" fmla="*/ 1 w 7160282"/>
              <a:gd name="connsiteY18" fmla="*/ 1327985 h 6227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160282" h="6227763">
                <a:moveTo>
                  <a:pt x="1" y="0"/>
                </a:moveTo>
                <a:lnTo>
                  <a:pt x="6942645" y="0"/>
                </a:lnTo>
                <a:lnTo>
                  <a:pt x="7160282" y="589660"/>
                </a:lnTo>
                <a:lnTo>
                  <a:pt x="4666978" y="1510849"/>
                </a:lnTo>
                <a:lnTo>
                  <a:pt x="7083092" y="2624250"/>
                </a:lnTo>
                <a:lnTo>
                  <a:pt x="6335123" y="4247363"/>
                </a:lnTo>
                <a:lnTo>
                  <a:pt x="3919010" y="3133960"/>
                </a:lnTo>
                <a:lnTo>
                  <a:pt x="4838807" y="5628550"/>
                </a:lnTo>
                <a:lnTo>
                  <a:pt x="3216973" y="6227763"/>
                </a:lnTo>
                <a:lnTo>
                  <a:pt x="3155571" y="6227763"/>
                </a:lnTo>
                <a:lnTo>
                  <a:pt x="2243137" y="3753139"/>
                </a:lnTo>
                <a:lnTo>
                  <a:pt x="1130564" y="6167452"/>
                </a:lnTo>
                <a:lnTo>
                  <a:pt x="1" y="5646460"/>
                </a:lnTo>
                <a:lnTo>
                  <a:pt x="1" y="4353430"/>
                </a:lnTo>
                <a:lnTo>
                  <a:pt x="621085" y="3005661"/>
                </a:lnTo>
                <a:lnTo>
                  <a:pt x="0" y="3235130"/>
                </a:lnTo>
                <a:lnTo>
                  <a:pt x="1" y="1330491"/>
                </a:lnTo>
                <a:lnTo>
                  <a:pt x="3019" y="1329377"/>
                </a:lnTo>
                <a:lnTo>
                  <a:pt x="1" y="1327985"/>
                </a:lnTo>
                <a:close/>
              </a:path>
            </a:pathLst>
          </a:custGeom>
          <a:solidFill>
            <a:schemeClr val="tx2"/>
          </a:solidFill>
        </p:spPr>
        <p:txBody>
          <a:bodyPr wrap="square" anchor="ctr">
            <a:noAutofit/>
          </a:bodyPr>
          <a:lstStyle>
            <a:lvl1pPr algn="ctr">
              <a:defRPr/>
            </a:lvl1pPr>
          </a:lstStyle>
          <a:p>
            <a:r>
              <a:rPr lang="en-US" noProof="0"/>
              <a:t>Click icon to add picture</a:t>
            </a:r>
          </a:p>
        </p:txBody>
      </p:sp>
      <p:pic>
        <p:nvPicPr>
          <p:cNvPr id="10" name="Graphic 9">
            <a:extLst>
              <a:ext uri="{FF2B5EF4-FFF2-40B4-BE49-F238E27FC236}">
                <a16:creationId xmlns:a16="http://schemas.microsoft.com/office/drawing/2014/main" id="{4EEEDAFA-4A14-411B-A39D-BE8B3C330DB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008573" y="414391"/>
            <a:ext cx="1704002" cy="316533"/>
          </a:xfrm>
          <a:prstGeom prst="rect">
            <a:avLst/>
          </a:prstGeom>
        </p:spPr>
      </p:pic>
    </p:spTree>
    <p:extLst>
      <p:ext uri="{BB962C8B-B14F-4D97-AF65-F5344CB8AC3E}">
        <p14:creationId xmlns:p14="http://schemas.microsoft.com/office/powerpoint/2010/main" val="317979380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2">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1557338"/>
            <a:ext cx="5125848" cy="2201364"/>
          </a:xfrm>
        </p:spPr>
        <p:txBody>
          <a:bodyPr anchor="b"/>
          <a:lstStyle>
            <a:lvl1pPr marL="0" marR="0" indent="0" algn="l" defTabSz="914400" rtl="0" eaLnBrk="1" fontAlgn="auto" latinLnBrk="0" hangingPunct="1">
              <a:lnSpc>
                <a:spcPct val="80000"/>
              </a:lnSpc>
              <a:spcBef>
                <a:spcPct val="0"/>
              </a:spcBef>
              <a:spcAft>
                <a:spcPts val="600"/>
              </a:spcAft>
              <a:buClrTx/>
              <a:buSzTx/>
              <a:buFontTx/>
              <a:buNone/>
              <a:tabLst/>
              <a:defRPr sz="4800" b="1" i="0">
                <a:latin typeface="+mj-lt"/>
              </a:defRPr>
            </a:lvl1pPr>
          </a:lstStyle>
          <a:p>
            <a:r>
              <a:rPr lang="en-US" noProof="0"/>
              <a:t>Title of your presentation</a:t>
            </a:r>
          </a:p>
        </p:txBody>
      </p:sp>
      <p:sp>
        <p:nvSpPr>
          <p:cNvPr id="3" name="Untertitel 2"/>
          <p:cNvSpPr>
            <a:spLocks noGrp="1"/>
          </p:cNvSpPr>
          <p:nvPr>
            <p:ph type="subTitle" idx="1" hasCustomPrompt="1"/>
          </p:nvPr>
        </p:nvSpPr>
        <p:spPr bwMode="gray">
          <a:xfrm>
            <a:off x="479425" y="3963209"/>
            <a:ext cx="5125848" cy="648000"/>
          </a:xfrm>
        </p:spPr>
        <p:txBody>
          <a:bodyPr/>
          <a:lstStyle>
            <a:lvl1pPr marL="0" indent="0" algn="l">
              <a:lnSpc>
                <a:spcPct val="100000"/>
              </a:lnSpc>
              <a:spcBef>
                <a:spcPts val="0"/>
              </a:spcBef>
              <a:spcAft>
                <a:spcPts val="600"/>
              </a:spcAft>
              <a:buFont typeface="Arial" panose="020B0604020202020204" pitchFamily="34" charset="0"/>
              <a:buNone/>
              <a:defRPr sz="2400" b="0">
                <a:solidFill>
                  <a:schemeClr val="accent3"/>
                </a:solidFill>
                <a:latin typeface="+mn-lt"/>
              </a:defRPr>
            </a:lvl1pPr>
            <a:lvl2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2pPr>
            <a:lvl3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3pPr>
            <a:lvl4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4pPr>
            <a:lvl5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5pPr>
            <a:lvl6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6pPr>
            <a:lvl7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7pPr>
            <a:lvl8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8pPr>
            <a:lvl9pPr marL="0" indent="0" algn="r">
              <a:lnSpc>
                <a:spcPct val="100000"/>
              </a:lnSpc>
              <a:spcBef>
                <a:spcPts val="0"/>
              </a:spcBef>
              <a:spcAft>
                <a:spcPts val="0"/>
              </a:spcAft>
              <a:buFont typeface="Arial" panose="020B0604020202020204" pitchFamily="34" charset="0"/>
              <a:buNone/>
              <a:defRPr sz="2000" b="0">
                <a:solidFill>
                  <a:schemeClr val="tx1"/>
                </a:solidFill>
                <a:latin typeface="+mn-lt"/>
              </a:defRPr>
            </a:lvl9pPr>
          </a:lstStyle>
          <a:p>
            <a:r>
              <a:rPr lang="en-US" noProof="0"/>
              <a:t>Subtitle</a:t>
            </a:r>
          </a:p>
        </p:txBody>
      </p:sp>
      <p:sp>
        <p:nvSpPr>
          <p:cNvPr id="15" name="Textplatzhalter 6">
            <a:extLst>
              <a:ext uri="{FF2B5EF4-FFF2-40B4-BE49-F238E27FC236}">
                <a16:creationId xmlns:a16="http://schemas.microsoft.com/office/drawing/2014/main" id="{5F544C91-8CAE-47C0-A457-34BB1A932DCB}"/>
              </a:ext>
            </a:extLst>
          </p:cNvPr>
          <p:cNvSpPr>
            <a:spLocks noGrp="1"/>
          </p:cNvSpPr>
          <p:nvPr>
            <p:ph type="body" sz="quarter" idx="15" hasCustomPrompt="1"/>
          </p:nvPr>
        </p:nvSpPr>
        <p:spPr>
          <a:xfrm>
            <a:off x="479425" y="6227609"/>
            <a:ext cx="3563657" cy="216000"/>
          </a:xfrm>
        </p:spPr>
        <p:txBody>
          <a:bodyPr anchor="t"/>
          <a:lstStyle>
            <a:lvl1pPr marL="0" indent="0" algn="l">
              <a:lnSpc>
                <a:spcPct val="100000"/>
              </a:lnSpc>
              <a:spcAft>
                <a:spcPts val="600"/>
              </a:spcAft>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Description</a:t>
            </a:r>
          </a:p>
        </p:txBody>
      </p:sp>
      <p:sp>
        <p:nvSpPr>
          <p:cNvPr id="16" name="Textplatzhalter 6">
            <a:extLst>
              <a:ext uri="{FF2B5EF4-FFF2-40B4-BE49-F238E27FC236}">
                <a16:creationId xmlns:a16="http://schemas.microsoft.com/office/drawing/2014/main" id="{23D4D034-62FF-4C96-BD28-4ABA4DCC8050}"/>
              </a:ext>
            </a:extLst>
          </p:cNvPr>
          <p:cNvSpPr>
            <a:spLocks noGrp="1"/>
          </p:cNvSpPr>
          <p:nvPr>
            <p:ph type="body" sz="quarter" idx="16" hasCustomPrompt="1"/>
          </p:nvPr>
        </p:nvSpPr>
        <p:spPr>
          <a:xfrm>
            <a:off x="479425" y="6011585"/>
            <a:ext cx="3563657" cy="216000"/>
          </a:xfrm>
        </p:spPr>
        <p:txBody>
          <a:bodyPr anchor="t"/>
          <a:lstStyle>
            <a:lvl1pPr marL="0" indent="0" algn="l">
              <a:lnSpc>
                <a:spcPct val="100000"/>
              </a:lnSpc>
              <a:spcAft>
                <a:spcPts val="600"/>
              </a:spcAft>
              <a:buFont typeface="Arial" panose="020B0604020202020204" pitchFamily="34" charset="0"/>
              <a:buNone/>
              <a:defRPr sz="1000" b="0" cap="none" baseline="0">
                <a:solidFill>
                  <a:schemeClr val="tx1"/>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dirty="0"/>
              <a:t>Project number | Date</a:t>
            </a:r>
          </a:p>
        </p:txBody>
      </p:sp>
      <p:sp>
        <p:nvSpPr>
          <p:cNvPr id="25" name="Textplatzhalter 6">
            <a:extLst>
              <a:ext uri="{FF2B5EF4-FFF2-40B4-BE49-F238E27FC236}">
                <a16:creationId xmlns:a16="http://schemas.microsoft.com/office/drawing/2014/main" id="{6BD9B3CB-B30E-98F2-C303-762A7547B59C}"/>
              </a:ext>
            </a:extLst>
          </p:cNvPr>
          <p:cNvSpPr>
            <a:spLocks noGrp="1"/>
          </p:cNvSpPr>
          <p:nvPr>
            <p:ph type="body" sz="quarter" idx="18" hasCustomPrompt="1"/>
          </p:nvPr>
        </p:nvSpPr>
        <p:spPr>
          <a:xfrm>
            <a:off x="479425" y="5687573"/>
            <a:ext cx="3563657" cy="216000"/>
          </a:xfrm>
        </p:spPr>
        <p:txBody>
          <a:bodyPr anchor="b"/>
          <a:lstStyle>
            <a:lvl1pPr marL="0" indent="0" algn="l">
              <a:lnSpc>
                <a:spcPct val="100000"/>
              </a:lnSpc>
              <a:spcAft>
                <a:spcPts val="600"/>
              </a:spcAft>
              <a:buFont typeface="Arial" panose="020B0604020202020204" pitchFamily="34" charset="0"/>
              <a:buNone/>
              <a:defRPr sz="1050" b="1" cap="none" baseline="0">
                <a:solidFill>
                  <a:schemeClr val="bg2"/>
                </a:solidFill>
              </a:defRPr>
            </a:lvl1pPr>
            <a:lvl2pPr marL="0" indent="0" algn="r">
              <a:lnSpc>
                <a:spcPct val="100000"/>
              </a:lnSpc>
              <a:buFont typeface="Arial" panose="020B0604020202020204" pitchFamily="34" charset="0"/>
              <a:buNone/>
              <a:defRPr sz="1200" b="0" cap="none" baseline="0">
                <a:solidFill>
                  <a:schemeClr val="tx1"/>
                </a:solidFill>
              </a:defRPr>
            </a:lvl2pPr>
            <a:lvl3pPr marL="0" indent="0" algn="r">
              <a:lnSpc>
                <a:spcPct val="100000"/>
              </a:lnSpc>
              <a:buNone/>
              <a:defRPr sz="1200" b="0" cap="none" baseline="0">
                <a:solidFill>
                  <a:schemeClr val="tx1"/>
                </a:solidFill>
              </a:defRPr>
            </a:lvl3pPr>
            <a:lvl4pPr marL="0" indent="0" algn="r">
              <a:lnSpc>
                <a:spcPct val="100000"/>
              </a:lnSpc>
              <a:buNone/>
              <a:defRPr sz="1200" b="0" cap="none" baseline="0">
                <a:solidFill>
                  <a:schemeClr val="tx1"/>
                </a:solidFill>
              </a:defRPr>
            </a:lvl4pPr>
            <a:lvl5pPr marL="0" indent="0" algn="r">
              <a:lnSpc>
                <a:spcPct val="100000"/>
              </a:lnSpc>
              <a:buNone/>
              <a:defRPr sz="1200" b="0" cap="none" baseline="0">
                <a:solidFill>
                  <a:schemeClr val="tx1"/>
                </a:solidFill>
              </a:defRPr>
            </a:lvl5pPr>
            <a:lvl6pPr marL="0" indent="0" algn="r">
              <a:lnSpc>
                <a:spcPct val="100000"/>
              </a:lnSpc>
              <a:buNone/>
              <a:defRPr sz="1200" b="0" cap="none" baseline="0">
                <a:solidFill>
                  <a:schemeClr val="tx1"/>
                </a:solidFill>
              </a:defRPr>
            </a:lvl6pPr>
            <a:lvl7pPr marL="0" indent="0" algn="r">
              <a:lnSpc>
                <a:spcPct val="100000"/>
              </a:lnSpc>
              <a:buNone/>
              <a:defRPr sz="1200" b="0" cap="none" baseline="0">
                <a:solidFill>
                  <a:schemeClr val="tx1"/>
                </a:solidFill>
              </a:defRPr>
            </a:lvl7pPr>
            <a:lvl8pPr marL="0" indent="0" algn="r">
              <a:lnSpc>
                <a:spcPct val="100000"/>
              </a:lnSpc>
              <a:buNone/>
              <a:defRPr sz="1200" b="0" cap="none" baseline="0">
                <a:solidFill>
                  <a:schemeClr val="tx1"/>
                </a:solidFill>
              </a:defRPr>
            </a:lvl8pPr>
            <a:lvl9pPr marL="0" indent="0" algn="r">
              <a:lnSpc>
                <a:spcPct val="100000"/>
              </a:lnSpc>
              <a:buNone/>
              <a:defRPr sz="1200" b="0" cap="none" baseline="0">
                <a:solidFill>
                  <a:schemeClr val="tx1"/>
                </a:solidFill>
              </a:defRPr>
            </a:lvl9pPr>
          </a:lstStyle>
          <a:p>
            <a:pPr lvl="0"/>
            <a:r>
              <a:rPr lang="en-US" noProof="0"/>
              <a:t>Author name</a:t>
            </a:r>
          </a:p>
        </p:txBody>
      </p:sp>
      <p:sp>
        <p:nvSpPr>
          <p:cNvPr id="23" name="Picture Placeholder 22">
            <a:extLst>
              <a:ext uri="{FF2B5EF4-FFF2-40B4-BE49-F238E27FC236}">
                <a16:creationId xmlns:a16="http://schemas.microsoft.com/office/drawing/2014/main" id="{338F51AC-5C84-8D3C-8D57-DD8BA7B5AACD}"/>
              </a:ext>
            </a:extLst>
          </p:cNvPr>
          <p:cNvSpPr>
            <a:spLocks noGrp="1"/>
          </p:cNvSpPr>
          <p:nvPr>
            <p:ph type="pic" sz="quarter" idx="19"/>
          </p:nvPr>
        </p:nvSpPr>
        <p:spPr bwMode="gray">
          <a:xfrm>
            <a:off x="6017282" y="-1"/>
            <a:ext cx="6174718" cy="6858001"/>
          </a:xfrm>
          <a:custGeom>
            <a:avLst/>
            <a:gdLst>
              <a:gd name="connsiteX0" fmla="*/ 1239625 w 6174718"/>
              <a:gd name="connsiteY0" fmla="*/ 0 h 6858001"/>
              <a:gd name="connsiteX1" fmla="*/ 3238713 w 6174718"/>
              <a:gd name="connsiteY1" fmla="*/ 0 h 6858001"/>
              <a:gd name="connsiteX2" fmla="*/ 4302847 w 6174718"/>
              <a:gd name="connsiteY2" fmla="*/ 1064623 h 6858001"/>
              <a:gd name="connsiteX3" fmla="*/ 4302847 w 6174718"/>
              <a:gd name="connsiteY3" fmla="*/ 0 h 6858001"/>
              <a:gd name="connsiteX4" fmla="*/ 6174718 w 6174718"/>
              <a:gd name="connsiteY4" fmla="*/ 0 h 6858001"/>
              <a:gd name="connsiteX5" fmla="*/ 6174718 w 6174718"/>
              <a:gd name="connsiteY5" fmla="*/ 6858001 h 6858001"/>
              <a:gd name="connsiteX6" fmla="*/ 4302847 w 6174718"/>
              <a:gd name="connsiteY6" fmla="*/ 6858001 h 6858001"/>
              <a:gd name="connsiteX7" fmla="*/ 4302847 w 6174718"/>
              <a:gd name="connsiteY7" fmla="*/ 5793378 h 6858001"/>
              <a:gd name="connsiteX8" fmla="*/ 3238714 w 6174718"/>
              <a:gd name="connsiteY8" fmla="*/ 6858001 h 6858001"/>
              <a:gd name="connsiteX9" fmla="*/ 1239624 w 6174718"/>
              <a:gd name="connsiteY9" fmla="*/ 6858001 h 6858001"/>
              <a:gd name="connsiteX10" fmla="*/ 854794 w 6174718"/>
              <a:gd name="connsiteY10" fmla="*/ 6472994 h 6858001"/>
              <a:gd name="connsiteX11" fmla="*/ 2918472 w 6174718"/>
              <a:gd name="connsiteY11" fmla="*/ 4408365 h 6858001"/>
              <a:gd name="connsiteX12" fmla="*/ 0 w 6174718"/>
              <a:gd name="connsiteY12" fmla="*/ 4408365 h 6858001"/>
              <a:gd name="connsiteX13" fmla="*/ 0 w 6174718"/>
              <a:gd name="connsiteY13" fmla="*/ 2449636 h 6858001"/>
              <a:gd name="connsiteX14" fmla="*/ 2918472 w 6174718"/>
              <a:gd name="connsiteY14" fmla="*/ 2449636 h 6858001"/>
              <a:gd name="connsiteX15" fmla="*/ 854794 w 6174718"/>
              <a:gd name="connsiteY15" fmla="*/ 3850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74718" h="6858001">
                <a:moveTo>
                  <a:pt x="1239625" y="0"/>
                </a:moveTo>
                <a:lnTo>
                  <a:pt x="3238713" y="0"/>
                </a:lnTo>
                <a:lnTo>
                  <a:pt x="4302847" y="1064623"/>
                </a:lnTo>
                <a:lnTo>
                  <a:pt x="4302847" y="0"/>
                </a:lnTo>
                <a:lnTo>
                  <a:pt x="6174718" y="0"/>
                </a:lnTo>
                <a:lnTo>
                  <a:pt x="6174718" y="6858001"/>
                </a:lnTo>
                <a:lnTo>
                  <a:pt x="4302847" y="6858001"/>
                </a:lnTo>
                <a:lnTo>
                  <a:pt x="4302847" y="5793378"/>
                </a:lnTo>
                <a:lnTo>
                  <a:pt x="3238714" y="6858001"/>
                </a:lnTo>
                <a:lnTo>
                  <a:pt x="1239624" y="6858001"/>
                </a:lnTo>
                <a:lnTo>
                  <a:pt x="854794" y="6472994"/>
                </a:lnTo>
                <a:lnTo>
                  <a:pt x="2918472" y="4408365"/>
                </a:lnTo>
                <a:lnTo>
                  <a:pt x="0" y="4408365"/>
                </a:lnTo>
                <a:lnTo>
                  <a:pt x="0" y="2449636"/>
                </a:lnTo>
                <a:lnTo>
                  <a:pt x="2918472" y="2449636"/>
                </a:lnTo>
                <a:lnTo>
                  <a:pt x="854794" y="385007"/>
                </a:lnTo>
                <a:close/>
              </a:path>
            </a:pathLst>
          </a:custGeom>
          <a:solidFill>
            <a:schemeClr val="bg1">
              <a:lumMod val="95000"/>
            </a:schemeClr>
          </a:solidFill>
        </p:spPr>
        <p:txBody>
          <a:bodyPr wrap="square" anchor="ctr">
            <a:noAutofit/>
          </a:bodyPr>
          <a:lstStyle>
            <a:lvl1pPr algn="ctr">
              <a:defRPr/>
            </a:lvl1pPr>
          </a:lstStyle>
          <a:p>
            <a:r>
              <a:rPr lang="en-US" noProof="0"/>
              <a:t>Click icon to add picture</a:t>
            </a:r>
          </a:p>
        </p:txBody>
      </p:sp>
      <p:pic>
        <p:nvPicPr>
          <p:cNvPr id="4" name="Graphic 3">
            <a:extLst>
              <a:ext uri="{FF2B5EF4-FFF2-40B4-BE49-F238E27FC236}">
                <a16:creationId xmlns:a16="http://schemas.microsoft.com/office/drawing/2014/main" id="{257963BE-983B-656F-1621-7886B3121F0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79425" y="414391"/>
            <a:ext cx="1704002" cy="316533"/>
          </a:xfrm>
          <a:prstGeom prst="rect">
            <a:avLst/>
          </a:prstGeom>
        </p:spPr>
      </p:pic>
    </p:spTree>
    <p:extLst>
      <p:ext uri="{BB962C8B-B14F-4D97-AF65-F5344CB8AC3E}">
        <p14:creationId xmlns:p14="http://schemas.microsoft.com/office/powerpoint/2010/main" val="60681979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376" y="1557338"/>
            <a:ext cx="4705234" cy="1296000"/>
          </a:xfrm>
        </p:spPr>
        <p:txBody>
          <a:bodyPr anchor="b"/>
          <a:lstStyle>
            <a:lvl1pPr>
              <a:lnSpc>
                <a:spcPct val="100000"/>
              </a:lnSpc>
              <a:spcBef>
                <a:spcPts val="0"/>
              </a:spcBef>
              <a:spcAft>
                <a:spcPts val="600"/>
              </a:spcAft>
              <a:defRPr sz="2800"/>
            </a:lvl1pPr>
          </a:lstStyle>
          <a:p>
            <a:r>
              <a:rPr lang="en-US" noProof="0"/>
              <a:t>Agenda / Divider title</a:t>
            </a:r>
          </a:p>
        </p:txBody>
      </p:sp>
      <p:sp>
        <p:nvSpPr>
          <p:cNvPr id="3" name="Textplatzhalter 2"/>
          <p:cNvSpPr>
            <a:spLocks noGrp="1"/>
          </p:cNvSpPr>
          <p:nvPr>
            <p:ph type="body" idx="1" hasCustomPrompt="1"/>
          </p:nvPr>
        </p:nvSpPr>
        <p:spPr bwMode="gray">
          <a:xfrm>
            <a:off x="479376" y="3069362"/>
            <a:ext cx="4705234" cy="3378860"/>
          </a:xfrm>
        </p:spPr>
        <p:txBody>
          <a:bodyPr/>
          <a:lstStyle>
            <a:lvl1pPr marL="268288" indent="-268288">
              <a:spcBef>
                <a:spcPts val="0"/>
              </a:spcBef>
              <a:spcAft>
                <a:spcPts val="600"/>
              </a:spcAft>
              <a:buClr>
                <a:schemeClr val="accent1"/>
              </a:buClr>
              <a:buSzPct val="100000"/>
              <a:buFont typeface="+mj-lt"/>
              <a:buAutoNum type="arabicPeriod"/>
              <a:tabLst/>
              <a:defRPr sz="1800" b="0">
                <a:solidFill>
                  <a:schemeClr val="tx1"/>
                </a:solidFill>
              </a:defRPr>
            </a:lvl1pPr>
            <a:lvl2pPr marL="268288" indent="-268288">
              <a:spcBef>
                <a:spcPts val="0"/>
              </a:spcBef>
              <a:spcAft>
                <a:spcPts val="600"/>
              </a:spcAft>
              <a:buClr>
                <a:schemeClr val="accent1"/>
              </a:buClr>
              <a:buSzPct val="100000"/>
              <a:buFont typeface="+mj-lt"/>
              <a:buAutoNum type="arabicPeriod"/>
              <a:tabLst/>
              <a:defRPr sz="1800" b="0">
                <a:solidFill>
                  <a:schemeClr val="tx1"/>
                </a:solidFill>
              </a:defRPr>
            </a:lvl2pPr>
            <a:lvl3pPr marL="180000" indent="-180000">
              <a:spcBef>
                <a:spcPts val="0"/>
              </a:spcBef>
              <a:spcAft>
                <a:spcPts val="0"/>
              </a:spcAft>
              <a:buSzPct val="100000"/>
              <a:buFont typeface="+mj-lt"/>
              <a:buAutoNum type="arabicPeriod"/>
              <a:defRPr sz="2000" b="0">
                <a:solidFill>
                  <a:schemeClr val="tx1"/>
                </a:solidFill>
              </a:defRPr>
            </a:lvl3pPr>
            <a:lvl4pPr marL="268288" indent="-268288">
              <a:spcBef>
                <a:spcPts val="0"/>
              </a:spcBef>
              <a:spcAft>
                <a:spcPts val="600"/>
              </a:spcAft>
              <a:buClr>
                <a:schemeClr val="accent1"/>
              </a:buClr>
              <a:buSzPct val="100000"/>
              <a:buFont typeface="+mj-lt"/>
              <a:buAutoNum type="arabicPeriod"/>
              <a:tabLst/>
              <a:defRPr sz="1800" b="0">
                <a:solidFill>
                  <a:schemeClr val="tx1"/>
                </a:solidFill>
              </a:defRPr>
            </a:lvl4pPr>
            <a:lvl5pPr marL="268288" indent="-268288">
              <a:spcBef>
                <a:spcPts val="0"/>
              </a:spcBef>
              <a:spcAft>
                <a:spcPts val="600"/>
              </a:spcAft>
              <a:buClr>
                <a:schemeClr val="accent1"/>
              </a:buClr>
              <a:buSzPct val="100000"/>
              <a:buFont typeface="+mj-lt"/>
              <a:buAutoNum type="arabicPeriod"/>
              <a:tabLst/>
              <a:defRPr sz="1800" b="0">
                <a:solidFill>
                  <a:schemeClr val="tx1"/>
                </a:solidFill>
              </a:defRPr>
            </a:lvl5pPr>
            <a:lvl6pPr marL="268288" indent="-268288">
              <a:spcBef>
                <a:spcPts val="0"/>
              </a:spcBef>
              <a:spcAft>
                <a:spcPts val="600"/>
              </a:spcAft>
              <a:buClr>
                <a:schemeClr val="accent1"/>
              </a:buClr>
              <a:buSzPct val="100000"/>
              <a:buFont typeface="+mj-lt"/>
              <a:buAutoNum type="arabicPeriod"/>
              <a:tabLst/>
              <a:defRPr sz="1800" b="0">
                <a:solidFill>
                  <a:schemeClr val="tx1"/>
                </a:solidFill>
              </a:defRPr>
            </a:lvl6pPr>
            <a:lvl7pPr marL="268288" indent="-268288">
              <a:spcBef>
                <a:spcPts val="0"/>
              </a:spcBef>
              <a:spcAft>
                <a:spcPts val="600"/>
              </a:spcAft>
              <a:buClr>
                <a:schemeClr val="accent1"/>
              </a:buClr>
              <a:buSzPct val="100000"/>
              <a:buFont typeface="+mj-lt"/>
              <a:buAutoNum type="arabicPeriod"/>
              <a:tabLst/>
              <a:defRPr sz="1800" b="0">
                <a:solidFill>
                  <a:schemeClr val="tx1"/>
                </a:solidFill>
              </a:defRPr>
            </a:lvl7pPr>
            <a:lvl8pPr marL="268288" indent="-268288">
              <a:spcBef>
                <a:spcPts val="0"/>
              </a:spcBef>
              <a:spcAft>
                <a:spcPts val="600"/>
              </a:spcAft>
              <a:buClr>
                <a:schemeClr val="accent1"/>
              </a:buClr>
              <a:buSzPct val="100000"/>
              <a:buFont typeface="+mj-lt"/>
              <a:buAutoNum type="arabicPeriod"/>
              <a:tabLst/>
              <a:defRPr sz="1800" b="0">
                <a:solidFill>
                  <a:schemeClr val="tx1"/>
                </a:solidFill>
              </a:defRPr>
            </a:lvl8pPr>
            <a:lvl9pPr marL="268288" indent="-268288">
              <a:spcBef>
                <a:spcPts val="0"/>
              </a:spcBef>
              <a:spcAft>
                <a:spcPts val="600"/>
              </a:spcAft>
              <a:buClr>
                <a:schemeClr val="accent1"/>
              </a:buClr>
              <a:buSzPct val="100000"/>
              <a:buFont typeface="+mj-lt"/>
              <a:buAutoNum type="arabicPeriod"/>
              <a:tabLst/>
              <a:defRPr sz="1800" b="0">
                <a:solidFill>
                  <a:schemeClr val="tx1"/>
                </a:solidFill>
              </a:defRPr>
            </a:lvl9pPr>
          </a:lstStyle>
          <a:p>
            <a:pPr lvl="0"/>
            <a:r>
              <a:rPr lang="en-US" noProof="0"/>
              <a:t>Click to edit Master subtitle style</a:t>
            </a:r>
          </a:p>
          <a:p>
            <a:pPr lvl="1"/>
            <a:r>
              <a:rPr lang="en-US" noProof="0"/>
              <a:t>Second level</a:t>
            </a:r>
          </a:p>
          <a:p>
            <a:pPr lvl="4"/>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defRPr>
                <a:solidFill>
                  <a:schemeClr val="bg1"/>
                </a:solidFill>
              </a:defRPr>
            </a:lvl1pPr>
          </a:lstStyle>
          <a:p>
            <a:fld id="{8FF9B0DE-3FEB-4AA0-B465-B80EF7C1333D}" type="slidenum">
              <a:rPr lang="en-US" noProof="0" smtClean="0"/>
              <a:pPr/>
              <a:t>‹#›</a:t>
            </a:fld>
            <a:endParaRPr lang="en-US" noProof="0"/>
          </a:p>
        </p:txBody>
      </p:sp>
      <p:pic>
        <p:nvPicPr>
          <p:cNvPr id="4" name="Graphic 3">
            <a:extLst>
              <a:ext uri="{FF2B5EF4-FFF2-40B4-BE49-F238E27FC236}">
                <a16:creationId xmlns:a16="http://schemas.microsoft.com/office/drawing/2014/main" id="{BFC740E1-553E-3A3C-5819-E0F5368FC9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79425" y="414391"/>
            <a:ext cx="1704002" cy="316533"/>
          </a:xfrm>
          <a:prstGeom prst="rect">
            <a:avLst/>
          </a:prstGeom>
        </p:spPr>
      </p:pic>
      <p:grpSp>
        <p:nvGrpSpPr>
          <p:cNvPr id="14" name="Group 13">
            <a:extLst>
              <a:ext uri="{FF2B5EF4-FFF2-40B4-BE49-F238E27FC236}">
                <a16:creationId xmlns:a16="http://schemas.microsoft.com/office/drawing/2014/main" id="{EB9B17ED-F409-4131-8F71-62C8B320241A}"/>
              </a:ext>
            </a:extLst>
          </p:cNvPr>
          <p:cNvGrpSpPr/>
          <p:nvPr userDrawn="1"/>
        </p:nvGrpSpPr>
        <p:grpSpPr>
          <a:xfrm flipV="1">
            <a:off x="4754689" y="1"/>
            <a:ext cx="7437311" cy="6857999"/>
            <a:chOff x="4754689" y="1"/>
            <a:chExt cx="7437311" cy="6857999"/>
          </a:xfrm>
        </p:grpSpPr>
        <p:sp>
          <p:nvSpPr>
            <p:cNvPr id="15" name="Freeform 14">
              <a:extLst>
                <a:ext uri="{FF2B5EF4-FFF2-40B4-BE49-F238E27FC236}">
                  <a16:creationId xmlns:a16="http://schemas.microsoft.com/office/drawing/2014/main" id="{28017F58-368E-C4AD-5594-F14828213BAB}"/>
                </a:ext>
              </a:extLst>
            </p:cNvPr>
            <p:cNvSpPr/>
            <p:nvPr userDrawn="1"/>
          </p:nvSpPr>
          <p:spPr bwMode="gray">
            <a:xfrm>
              <a:off x="8732416" y="1554546"/>
              <a:ext cx="3459584" cy="4846365"/>
            </a:xfrm>
            <a:custGeom>
              <a:avLst/>
              <a:gdLst>
                <a:gd name="connsiteX0" fmla="*/ 2423182 w 3459584"/>
                <a:gd name="connsiteY0" fmla="*/ 0 h 4846365"/>
                <a:gd name="connsiteX1" fmla="*/ 3459584 w 3459584"/>
                <a:gd name="connsiteY1" fmla="*/ 1036401 h 4846365"/>
                <a:gd name="connsiteX2" fmla="*/ 3459584 w 3459584"/>
                <a:gd name="connsiteY2" fmla="*/ 3809962 h 4846365"/>
                <a:gd name="connsiteX3" fmla="*/ 2423182 w 3459584"/>
                <a:gd name="connsiteY3" fmla="*/ 4846365 h 4846365"/>
                <a:gd name="connsiteX4" fmla="*/ 0 w 3459584"/>
                <a:gd name="connsiteY4" fmla="*/ 2423182 h 4846365"/>
                <a:gd name="connsiteX5" fmla="*/ 2423182 w 3459584"/>
                <a:gd name="connsiteY5" fmla="*/ 0 h 48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9584" h="4846365">
                  <a:moveTo>
                    <a:pt x="2423182" y="0"/>
                  </a:moveTo>
                  <a:lnTo>
                    <a:pt x="3459584" y="1036401"/>
                  </a:lnTo>
                  <a:lnTo>
                    <a:pt x="3459584" y="3809962"/>
                  </a:lnTo>
                  <a:lnTo>
                    <a:pt x="2423182" y="4846365"/>
                  </a:lnTo>
                  <a:lnTo>
                    <a:pt x="0" y="2423182"/>
                  </a:lnTo>
                  <a:lnTo>
                    <a:pt x="2423182" y="0"/>
                  </a:lnTo>
                  <a:close/>
                </a:path>
              </a:pathLst>
            </a:cu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16" name="Freeform 15">
              <a:extLst>
                <a:ext uri="{FF2B5EF4-FFF2-40B4-BE49-F238E27FC236}">
                  <a16:creationId xmlns:a16="http://schemas.microsoft.com/office/drawing/2014/main" id="{CF6A75CD-2337-3075-C78B-ED50559FB37B}"/>
                </a:ext>
              </a:extLst>
            </p:cNvPr>
            <p:cNvSpPr/>
            <p:nvPr userDrawn="1"/>
          </p:nvSpPr>
          <p:spPr bwMode="gray">
            <a:xfrm>
              <a:off x="4754689" y="1"/>
              <a:ext cx="6400909" cy="3977727"/>
            </a:xfrm>
            <a:custGeom>
              <a:avLst/>
              <a:gdLst>
                <a:gd name="connsiteX0" fmla="*/ 0 w 6400909"/>
                <a:gd name="connsiteY0" fmla="*/ 0 h 3977727"/>
                <a:gd name="connsiteX1" fmla="*/ 4846365 w 6400909"/>
                <a:gd name="connsiteY1" fmla="*/ 0 h 3977727"/>
                <a:gd name="connsiteX2" fmla="*/ 6400909 w 6400909"/>
                <a:gd name="connsiteY2" fmla="*/ 1554545 h 3977727"/>
                <a:gd name="connsiteX3" fmla="*/ 3977727 w 6400909"/>
                <a:gd name="connsiteY3" fmla="*/ 3977727 h 3977727"/>
                <a:gd name="connsiteX4" fmla="*/ 0 w 6400909"/>
                <a:gd name="connsiteY4" fmla="*/ 0 h 3977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909" h="3977727">
                  <a:moveTo>
                    <a:pt x="0" y="0"/>
                  </a:moveTo>
                  <a:lnTo>
                    <a:pt x="4846365" y="0"/>
                  </a:lnTo>
                  <a:lnTo>
                    <a:pt x="6400909" y="1554545"/>
                  </a:lnTo>
                  <a:lnTo>
                    <a:pt x="3977727" y="3977727"/>
                  </a:lnTo>
                  <a:lnTo>
                    <a:pt x="0" y="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19" name="Freeform 18">
              <a:extLst>
                <a:ext uri="{FF2B5EF4-FFF2-40B4-BE49-F238E27FC236}">
                  <a16:creationId xmlns:a16="http://schemas.microsoft.com/office/drawing/2014/main" id="{24A3292B-F5B3-991A-B6D0-2A118D71B0FD}"/>
                </a:ext>
              </a:extLst>
            </p:cNvPr>
            <p:cNvSpPr/>
            <p:nvPr userDrawn="1"/>
          </p:nvSpPr>
          <p:spPr bwMode="gray">
            <a:xfrm>
              <a:off x="11155598" y="518144"/>
              <a:ext cx="1036402" cy="2072803"/>
            </a:xfrm>
            <a:custGeom>
              <a:avLst/>
              <a:gdLst>
                <a:gd name="connsiteX0" fmla="*/ 1036402 w 1036402"/>
                <a:gd name="connsiteY0" fmla="*/ 0 h 2072803"/>
                <a:gd name="connsiteX1" fmla="*/ 1036402 w 1036402"/>
                <a:gd name="connsiteY1" fmla="*/ 2072803 h 2072803"/>
                <a:gd name="connsiteX2" fmla="*/ 0 w 1036402"/>
                <a:gd name="connsiteY2" fmla="*/ 1036402 h 2072803"/>
                <a:gd name="connsiteX3" fmla="*/ 1036402 w 1036402"/>
                <a:gd name="connsiteY3" fmla="*/ 0 h 2072803"/>
              </a:gdLst>
              <a:ahLst/>
              <a:cxnLst>
                <a:cxn ang="0">
                  <a:pos x="connsiteX0" y="connsiteY0"/>
                </a:cxn>
                <a:cxn ang="0">
                  <a:pos x="connsiteX1" y="connsiteY1"/>
                </a:cxn>
                <a:cxn ang="0">
                  <a:pos x="connsiteX2" y="connsiteY2"/>
                </a:cxn>
                <a:cxn ang="0">
                  <a:pos x="connsiteX3" y="connsiteY3"/>
                </a:cxn>
              </a:cxnLst>
              <a:rect l="l" t="t" r="r" b="b"/>
              <a:pathLst>
                <a:path w="1036402" h="2072803">
                  <a:moveTo>
                    <a:pt x="1036402" y="0"/>
                  </a:moveTo>
                  <a:lnTo>
                    <a:pt x="1036402" y="2072803"/>
                  </a:lnTo>
                  <a:lnTo>
                    <a:pt x="0" y="1036402"/>
                  </a:lnTo>
                  <a:lnTo>
                    <a:pt x="1036402" y="0"/>
                  </a:lnTo>
                  <a:close/>
                </a:path>
              </a:pathLst>
            </a:cu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20" name="Freeform 19">
              <a:extLst>
                <a:ext uri="{FF2B5EF4-FFF2-40B4-BE49-F238E27FC236}">
                  <a16:creationId xmlns:a16="http://schemas.microsoft.com/office/drawing/2014/main" id="{38ECC26C-8BA2-2452-6A66-8C7C55497028}"/>
                </a:ext>
              </a:extLst>
            </p:cNvPr>
            <p:cNvSpPr/>
            <p:nvPr userDrawn="1"/>
          </p:nvSpPr>
          <p:spPr bwMode="gray">
            <a:xfrm>
              <a:off x="5852146" y="3977728"/>
              <a:ext cx="5303453" cy="2880272"/>
            </a:xfrm>
            <a:custGeom>
              <a:avLst/>
              <a:gdLst>
                <a:gd name="connsiteX0" fmla="*/ 2880272 w 5303453"/>
                <a:gd name="connsiteY0" fmla="*/ 0 h 2880272"/>
                <a:gd name="connsiteX1" fmla="*/ 5303453 w 5303453"/>
                <a:gd name="connsiteY1" fmla="*/ 2423182 h 2880272"/>
                <a:gd name="connsiteX2" fmla="*/ 5303453 w 5303453"/>
                <a:gd name="connsiteY2" fmla="*/ 2423183 h 2880272"/>
                <a:gd name="connsiteX3" fmla="*/ 5303453 w 5303453"/>
                <a:gd name="connsiteY3" fmla="*/ 2423183 h 2880272"/>
                <a:gd name="connsiteX4" fmla="*/ 4846365 w 5303453"/>
                <a:gd name="connsiteY4" fmla="*/ 2880272 h 2880272"/>
                <a:gd name="connsiteX5" fmla="*/ 0 w 5303453"/>
                <a:gd name="connsiteY5" fmla="*/ 2880272 h 2880272"/>
                <a:gd name="connsiteX6" fmla="*/ 2880272 w 5303453"/>
                <a:gd name="connsiteY6" fmla="*/ 0 h 288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03453" h="2880272">
                  <a:moveTo>
                    <a:pt x="2880272" y="0"/>
                  </a:moveTo>
                  <a:lnTo>
                    <a:pt x="5303453" y="2423182"/>
                  </a:lnTo>
                  <a:lnTo>
                    <a:pt x="5303453" y="2423183"/>
                  </a:lnTo>
                  <a:lnTo>
                    <a:pt x="5303453" y="2423183"/>
                  </a:lnTo>
                  <a:lnTo>
                    <a:pt x="4846365" y="2880272"/>
                  </a:lnTo>
                  <a:lnTo>
                    <a:pt x="0" y="2880272"/>
                  </a:lnTo>
                  <a:lnTo>
                    <a:pt x="2880272" y="0"/>
                  </a:lnTo>
                  <a:close/>
                </a:path>
              </a:pathLst>
            </a:cu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sp>
          <p:nvSpPr>
            <p:cNvPr id="21" name="Freeform 20">
              <a:extLst>
                <a:ext uri="{FF2B5EF4-FFF2-40B4-BE49-F238E27FC236}">
                  <a16:creationId xmlns:a16="http://schemas.microsoft.com/office/drawing/2014/main" id="{9A210F55-E6BA-FECB-41DD-81E99D195EE8}"/>
                </a:ext>
              </a:extLst>
            </p:cNvPr>
            <p:cNvSpPr/>
            <p:nvPr userDrawn="1"/>
          </p:nvSpPr>
          <p:spPr bwMode="gray">
            <a:xfrm>
              <a:off x="11155598" y="5364508"/>
              <a:ext cx="1036402" cy="1493492"/>
            </a:xfrm>
            <a:custGeom>
              <a:avLst/>
              <a:gdLst>
                <a:gd name="connsiteX0" fmla="*/ 1036402 w 1036402"/>
                <a:gd name="connsiteY0" fmla="*/ 0 h 1493492"/>
                <a:gd name="connsiteX1" fmla="*/ 1036402 w 1036402"/>
                <a:gd name="connsiteY1" fmla="*/ 1493492 h 1493492"/>
                <a:gd name="connsiteX2" fmla="*/ 457089 w 1036402"/>
                <a:gd name="connsiteY2" fmla="*/ 1493492 h 1493492"/>
                <a:gd name="connsiteX3" fmla="*/ 0 w 1036402"/>
                <a:gd name="connsiteY3" fmla="*/ 1036403 h 1493492"/>
                <a:gd name="connsiteX4" fmla="*/ 1 w 1036402"/>
                <a:gd name="connsiteY4" fmla="*/ 1036403 h 1493492"/>
                <a:gd name="connsiteX5" fmla="*/ 0 w 1036402"/>
                <a:gd name="connsiteY5" fmla="*/ 1036402 h 1493492"/>
                <a:gd name="connsiteX6" fmla="*/ 1036402 w 1036402"/>
                <a:gd name="connsiteY6" fmla="*/ 0 h 1493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6402" h="1493492">
                  <a:moveTo>
                    <a:pt x="1036402" y="0"/>
                  </a:moveTo>
                  <a:lnTo>
                    <a:pt x="1036402" y="1493492"/>
                  </a:lnTo>
                  <a:lnTo>
                    <a:pt x="457089" y="1493492"/>
                  </a:lnTo>
                  <a:lnTo>
                    <a:pt x="0" y="1036403"/>
                  </a:lnTo>
                  <a:lnTo>
                    <a:pt x="1" y="1036403"/>
                  </a:lnTo>
                  <a:lnTo>
                    <a:pt x="0" y="1036402"/>
                  </a:lnTo>
                  <a:lnTo>
                    <a:pt x="1036402" y="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grpSp>
    </p:spTree>
    <p:extLst>
      <p:ext uri="{BB962C8B-B14F-4D97-AF65-F5344CB8AC3E}">
        <p14:creationId xmlns:p14="http://schemas.microsoft.com/office/powerpoint/2010/main" val="357477886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Divider with pictur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376" y="1557338"/>
            <a:ext cx="4705234" cy="1296000"/>
          </a:xfrm>
        </p:spPr>
        <p:txBody>
          <a:bodyPr anchor="b"/>
          <a:lstStyle>
            <a:lvl1pPr>
              <a:lnSpc>
                <a:spcPct val="100000"/>
              </a:lnSpc>
              <a:spcBef>
                <a:spcPts val="0"/>
              </a:spcBef>
              <a:spcAft>
                <a:spcPts val="600"/>
              </a:spcAft>
              <a:defRPr sz="2800"/>
            </a:lvl1pPr>
          </a:lstStyle>
          <a:p>
            <a:r>
              <a:rPr lang="en-US" noProof="0"/>
              <a:t>Agenda / Divider title</a:t>
            </a:r>
          </a:p>
        </p:txBody>
      </p:sp>
      <p:sp>
        <p:nvSpPr>
          <p:cNvPr id="3" name="Textplatzhalter 2"/>
          <p:cNvSpPr>
            <a:spLocks noGrp="1"/>
          </p:cNvSpPr>
          <p:nvPr>
            <p:ph type="body" idx="1" hasCustomPrompt="1"/>
          </p:nvPr>
        </p:nvSpPr>
        <p:spPr bwMode="gray">
          <a:xfrm>
            <a:off x="479376" y="3069362"/>
            <a:ext cx="4705234" cy="3378860"/>
          </a:xfrm>
        </p:spPr>
        <p:txBody>
          <a:bodyPr/>
          <a:lstStyle>
            <a:lvl1pPr marL="268288" indent="-268288">
              <a:spcBef>
                <a:spcPts val="0"/>
              </a:spcBef>
              <a:spcAft>
                <a:spcPts val="600"/>
              </a:spcAft>
              <a:buClr>
                <a:schemeClr val="accent1"/>
              </a:buClr>
              <a:buSzPct val="100000"/>
              <a:buFont typeface="+mj-lt"/>
              <a:buAutoNum type="arabicPeriod"/>
              <a:tabLst/>
              <a:defRPr sz="1800" b="0">
                <a:solidFill>
                  <a:schemeClr val="tx1"/>
                </a:solidFill>
              </a:defRPr>
            </a:lvl1pPr>
            <a:lvl2pPr marL="268288" indent="-268288">
              <a:spcBef>
                <a:spcPts val="0"/>
              </a:spcBef>
              <a:spcAft>
                <a:spcPts val="600"/>
              </a:spcAft>
              <a:buClr>
                <a:schemeClr val="accent1"/>
              </a:buClr>
              <a:buSzPct val="100000"/>
              <a:buFont typeface="+mj-lt"/>
              <a:buAutoNum type="arabicPeriod"/>
              <a:tabLst/>
              <a:defRPr sz="1800" b="0">
                <a:solidFill>
                  <a:schemeClr val="tx1"/>
                </a:solidFill>
              </a:defRPr>
            </a:lvl2pPr>
            <a:lvl3pPr marL="180000" indent="-180000">
              <a:spcBef>
                <a:spcPts val="0"/>
              </a:spcBef>
              <a:spcAft>
                <a:spcPts val="0"/>
              </a:spcAft>
              <a:buSzPct val="100000"/>
              <a:buFont typeface="+mj-lt"/>
              <a:buAutoNum type="arabicPeriod"/>
              <a:defRPr sz="2000" b="0">
                <a:solidFill>
                  <a:schemeClr val="tx1"/>
                </a:solidFill>
              </a:defRPr>
            </a:lvl3pPr>
            <a:lvl4pPr marL="268288" indent="-268288">
              <a:spcBef>
                <a:spcPts val="0"/>
              </a:spcBef>
              <a:spcAft>
                <a:spcPts val="600"/>
              </a:spcAft>
              <a:buClr>
                <a:schemeClr val="accent1"/>
              </a:buClr>
              <a:buSzPct val="100000"/>
              <a:buFont typeface="+mj-lt"/>
              <a:buAutoNum type="arabicPeriod"/>
              <a:tabLst/>
              <a:defRPr sz="1800" b="0">
                <a:solidFill>
                  <a:schemeClr val="tx1"/>
                </a:solidFill>
              </a:defRPr>
            </a:lvl4pPr>
            <a:lvl5pPr marL="268288" indent="-268288">
              <a:spcBef>
                <a:spcPts val="0"/>
              </a:spcBef>
              <a:spcAft>
                <a:spcPts val="600"/>
              </a:spcAft>
              <a:buClr>
                <a:schemeClr val="accent1"/>
              </a:buClr>
              <a:buSzPct val="100000"/>
              <a:buFont typeface="+mj-lt"/>
              <a:buAutoNum type="arabicPeriod"/>
              <a:tabLst/>
              <a:defRPr sz="1800" b="0">
                <a:solidFill>
                  <a:schemeClr val="tx1"/>
                </a:solidFill>
              </a:defRPr>
            </a:lvl5pPr>
            <a:lvl6pPr marL="268288" indent="-268288">
              <a:spcBef>
                <a:spcPts val="0"/>
              </a:spcBef>
              <a:spcAft>
                <a:spcPts val="600"/>
              </a:spcAft>
              <a:buClr>
                <a:schemeClr val="accent1"/>
              </a:buClr>
              <a:buSzPct val="100000"/>
              <a:buFont typeface="+mj-lt"/>
              <a:buAutoNum type="arabicPeriod"/>
              <a:tabLst/>
              <a:defRPr sz="1800" b="0">
                <a:solidFill>
                  <a:schemeClr val="tx1"/>
                </a:solidFill>
              </a:defRPr>
            </a:lvl6pPr>
            <a:lvl7pPr marL="268288" indent="-268288">
              <a:spcBef>
                <a:spcPts val="0"/>
              </a:spcBef>
              <a:spcAft>
                <a:spcPts val="600"/>
              </a:spcAft>
              <a:buClr>
                <a:schemeClr val="accent1"/>
              </a:buClr>
              <a:buSzPct val="100000"/>
              <a:buFont typeface="+mj-lt"/>
              <a:buAutoNum type="arabicPeriod"/>
              <a:tabLst/>
              <a:defRPr sz="1800" b="0">
                <a:solidFill>
                  <a:schemeClr val="tx1"/>
                </a:solidFill>
              </a:defRPr>
            </a:lvl7pPr>
            <a:lvl8pPr marL="268288" indent="-268288">
              <a:spcBef>
                <a:spcPts val="0"/>
              </a:spcBef>
              <a:spcAft>
                <a:spcPts val="600"/>
              </a:spcAft>
              <a:buClr>
                <a:schemeClr val="accent1"/>
              </a:buClr>
              <a:buSzPct val="100000"/>
              <a:buFont typeface="+mj-lt"/>
              <a:buAutoNum type="arabicPeriod"/>
              <a:tabLst/>
              <a:defRPr sz="1800" b="0">
                <a:solidFill>
                  <a:schemeClr val="tx1"/>
                </a:solidFill>
              </a:defRPr>
            </a:lvl8pPr>
            <a:lvl9pPr marL="268288" indent="-268288">
              <a:spcBef>
                <a:spcPts val="0"/>
              </a:spcBef>
              <a:spcAft>
                <a:spcPts val="600"/>
              </a:spcAft>
              <a:buClr>
                <a:schemeClr val="accent1"/>
              </a:buClr>
              <a:buSzPct val="100000"/>
              <a:buFont typeface="+mj-lt"/>
              <a:buAutoNum type="arabicPeriod"/>
              <a:tabLst/>
              <a:defRPr sz="1800" b="0">
                <a:solidFill>
                  <a:schemeClr val="tx1"/>
                </a:solidFill>
              </a:defRPr>
            </a:lvl9pPr>
          </a:lstStyle>
          <a:p>
            <a:pPr lvl="0"/>
            <a:r>
              <a:rPr lang="en-US" noProof="0"/>
              <a:t>Click to edit Master subtitle style</a:t>
            </a:r>
          </a:p>
          <a:p>
            <a:pPr lvl="1"/>
            <a:r>
              <a:rPr lang="en-US" noProof="0"/>
              <a:t>Second level</a:t>
            </a:r>
          </a:p>
          <a:p>
            <a:pPr lvl="4"/>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defRPr>
                <a:solidFill>
                  <a:schemeClr val="bg1"/>
                </a:solidFill>
              </a:defRPr>
            </a:lvl1pPr>
          </a:lstStyle>
          <a:p>
            <a:fld id="{8FF9B0DE-3FEB-4AA0-B465-B80EF7C1333D}" type="slidenum">
              <a:rPr lang="en-US" noProof="0" smtClean="0"/>
              <a:pPr/>
              <a:t>‹#›</a:t>
            </a:fld>
            <a:endParaRPr lang="en-US" noProof="0"/>
          </a:p>
        </p:txBody>
      </p:sp>
      <p:sp>
        <p:nvSpPr>
          <p:cNvPr id="12" name="Freeform 11">
            <a:extLst>
              <a:ext uri="{FF2B5EF4-FFF2-40B4-BE49-F238E27FC236}">
                <a16:creationId xmlns:a16="http://schemas.microsoft.com/office/drawing/2014/main" id="{FF7D0A37-8B81-39D1-D239-20E603E12719}"/>
              </a:ext>
            </a:extLst>
          </p:cNvPr>
          <p:cNvSpPr/>
          <p:nvPr userDrawn="1"/>
        </p:nvSpPr>
        <p:spPr>
          <a:xfrm rot="2700000">
            <a:off x="8229727" y="1539086"/>
            <a:ext cx="829749" cy="829940"/>
          </a:xfrm>
          <a:custGeom>
            <a:avLst/>
            <a:gdLst>
              <a:gd name="connsiteX0" fmla="*/ 0 w 605545"/>
              <a:gd name="connsiteY0" fmla="*/ 0 h 605685"/>
              <a:gd name="connsiteX1" fmla="*/ 605546 w 605545"/>
              <a:gd name="connsiteY1" fmla="*/ 0 h 605685"/>
              <a:gd name="connsiteX2" fmla="*/ 605546 w 605545"/>
              <a:gd name="connsiteY2" fmla="*/ 605686 h 605685"/>
              <a:gd name="connsiteX3" fmla="*/ 0 w 605545"/>
              <a:gd name="connsiteY3" fmla="*/ 605686 h 605685"/>
            </a:gdLst>
            <a:ahLst/>
            <a:cxnLst>
              <a:cxn ang="0">
                <a:pos x="connsiteX0" y="connsiteY0"/>
              </a:cxn>
              <a:cxn ang="0">
                <a:pos x="connsiteX1" y="connsiteY1"/>
              </a:cxn>
              <a:cxn ang="0">
                <a:pos x="connsiteX2" y="connsiteY2"/>
              </a:cxn>
              <a:cxn ang="0">
                <a:pos x="connsiteX3" y="connsiteY3"/>
              </a:cxn>
            </a:cxnLst>
            <a:rect l="l" t="t" r="r" b="b"/>
            <a:pathLst>
              <a:path w="605545" h="605685">
                <a:moveTo>
                  <a:pt x="0" y="0"/>
                </a:moveTo>
                <a:lnTo>
                  <a:pt x="605546" y="0"/>
                </a:lnTo>
                <a:lnTo>
                  <a:pt x="605546" y="605686"/>
                </a:lnTo>
                <a:lnTo>
                  <a:pt x="0" y="605686"/>
                </a:lnTo>
                <a:close/>
              </a:path>
            </a:pathLst>
          </a:custGeom>
          <a:solidFill>
            <a:schemeClr val="accent4"/>
          </a:solidFill>
          <a:ln w="10154" cap="flat">
            <a:noFill/>
            <a:prstDash val="solid"/>
            <a:miter/>
          </a:ln>
        </p:spPr>
        <p:txBody>
          <a:bodyPr rtlCol="0" anchor="ctr"/>
          <a:lstStyle/>
          <a:p>
            <a:endParaRPr lang="en-US" noProof="0"/>
          </a:p>
        </p:txBody>
      </p:sp>
      <p:sp>
        <p:nvSpPr>
          <p:cNvPr id="13" name="TextBox 12">
            <a:extLst>
              <a:ext uri="{FF2B5EF4-FFF2-40B4-BE49-F238E27FC236}">
                <a16:creationId xmlns:a16="http://schemas.microsoft.com/office/drawing/2014/main" id="{BA84585E-6501-F9AF-4396-465493296973}"/>
              </a:ext>
            </a:extLst>
          </p:cNvPr>
          <p:cNvSpPr txBox="1"/>
          <p:nvPr userDrawn="1"/>
        </p:nvSpPr>
        <p:spPr bwMode="gray">
          <a:xfrm>
            <a:off x="8057812" y="3993514"/>
            <a:ext cx="2946400" cy="1414584"/>
          </a:xfrm>
          <a:prstGeom prst="rect">
            <a:avLst/>
          </a:prstGeom>
          <a:noFill/>
        </p:spPr>
        <p:txBody>
          <a:bodyPr wrap="square" lIns="0" tIns="0" rIns="0" bIns="0" rtlCol="0">
            <a:noAutofit/>
          </a:bodyPr>
          <a:lstStyle/>
          <a:p>
            <a:pPr algn="ctr">
              <a:lnSpc>
                <a:spcPct val="120000"/>
              </a:lnSpc>
              <a:buSzPct val="80000"/>
            </a:pPr>
            <a:r>
              <a:rPr lang="en-US" sz="3200" b="1" noProof="0">
                <a:solidFill>
                  <a:schemeClr val="tx1"/>
                </a:solidFill>
              </a:rPr>
              <a:t>Make this placeholder</a:t>
            </a:r>
          </a:p>
        </p:txBody>
      </p:sp>
      <p:sp>
        <p:nvSpPr>
          <p:cNvPr id="8" name="Picture Placeholder 7">
            <a:extLst>
              <a:ext uri="{FF2B5EF4-FFF2-40B4-BE49-F238E27FC236}">
                <a16:creationId xmlns:a16="http://schemas.microsoft.com/office/drawing/2014/main" id="{6E25F5FF-C5DC-9E0C-655E-D315D47E12F6}"/>
              </a:ext>
            </a:extLst>
          </p:cNvPr>
          <p:cNvSpPr>
            <a:spLocks noGrp="1"/>
          </p:cNvSpPr>
          <p:nvPr>
            <p:ph type="pic" sz="quarter" idx="13"/>
          </p:nvPr>
        </p:nvSpPr>
        <p:spPr bwMode="gray">
          <a:xfrm>
            <a:off x="5703888" y="608374"/>
            <a:ext cx="6487188" cy="6249627"/>
          </a:xfrm>
          <a:custGeom>
            <a:avLst/>
            <a:gdLst>
              <a:gd name="connsiteX0" fmla="*/ 4286328 w 6487188"/>
              <a:gd name="connsiteY0" fmla="*/ 0 h 6249627"/>
              <a:gd name="connsiteX1" fmla="*/ 6487188 w 6487188"/>
              <a:gd name="connsiteY1" fmla="*/ 2200106 h 6249627"/>
              <a:gd name="connsiteX2" fmla="*/ 6487188 w 6487188"/>
              <a:gd name="connsiteY2" fmla="*/ 6249627 h 6249627"/>
              <a:gd name="connsiteX3" fmla="*/ 1942299 w 6487188"/>
              <a:gd name="connsiteY3" fmla="*/ 6249627 h 6249627"/>
              <a:gd name="connsiteX4" fmla="*/ 0 w 6487188"/>
              <a:gd name="connsiteY4" fmla="*/ 4306878 h 6249627"/>
              <a:gd name="connsiteX5" fmla="*/ 0 w 6487188"/>
              <a:gd name="connsiteY5" fmla="*/ 4288582 h 6249627"/>
              <a:gd name="connsiteX6" fmla="*/ 2647067 w 6487188"/>
              <a:gd name="connsiteY6" fmla="*/ 1639641 h 6249627"/>
              <a:gd name="connsiteX7" fmla="*/ 2940514 w 6487188"/>
              <a:gd name="connsiteY7" fmla="*/ 1933157 h 6249627"/>
              <a:gd name="connsiteX8" fmla="*/ 3527411 w 6487188"/>
              <a:gd name="connsiteY8" fmla="*/ 1346125 h 6249627"/>
              <a:gd name="connsiteX9" fmla="*/ 3233963 w 6487188"/>
              <a:gd name="connsiteY9" fmla="*/ 1052609 h 624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7188" h="6249627">
                <a:moveTo>
                  <a:pt x="4286328" y="0"/>
                </a:moveTo>
                <a:lnTo>
                  <a:pt x="6487188" y="2200106"/>
                </a:lnTo>
                <a:lnTo>
                  <a:pt x="6487188" y="6249627"/>
                </a:lnTo>
                <a:lnTo>
                  <a:pt x="1942299" y="6249627"/>
                </a:lnTo>
                <a:lnTo>
                  <a:pt x="0" y="4306878"/>
                </a:lnTo>
                <a:lnTo>
                  <a:pt x="0" y="4288582"/>
                </a:lnTo>
                <a:lnTo>
                  <a:pt x="2647067" y="1639641"/>
                </a:lnTo>
                <a:lnTo>
                  <a:pt x="2940514" y="1933157"/>
                </a:lnTo>
                <a:lnTo>
                  <a:pt x="3527411" y="1346125"/>
                </a:lnTo>
                <a:lnTo>
                  <a:pt x="3233963" y="1052609"/>
                </a:lnTo>
                <a:close/>
              </a:path>
            </a:pathLst>
          </a:custGeom>
          <a:solidFill>
            <a:schemeClr val="tx2"/>
          </a:solidFill>
        </p:spPr>
        <p:txBody>
          <a:bodyPr wrap="square" anchor="ctr">
            <a:noAutofit/>
          </a:bodyPr>
          <a:lstStyle>
            <a:lvl1pPr algn="ctr">
              <a:defRPr/>
            </a:lvl1pPr>
          </a:lstStyle>
          <a:p>
            <a:r>
              <a:rPr lang="en-US" noProof="0"/>
              <a:t>Click icon to add picture</a:t>
            </a:r>
          </a:p>
        </p:txBody>
      </p:sp>
      <p:pic>
        <p:nvPicPr>
          <p:cNvPr id="5" name="Graphic 4">
            <a:extLst>
              <a:ext uri="{FF2B5EF4-FFF2-40B4-BE49-F238E27FC236}">
                <a16:creationId xmlns:a16="http://schemas.microsoft.com/office/drawing/2014/main" id="{73B7FE1E-A52A-2591-67DE-817134F740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79425" y="414391"/>
            <a:ext cx="1704002" cy="316533"/>
          </a:xfrm>
          <a:prstGeom prst="rect">
            <a:avLst/>
          </a:prstGeom>
        </p:spPr>
      </p:pic>
    </p:spTree>
    <p:extLst>
      <p:ext uri="{BB962C8B-B14F-4D97-AF65-F5344CB8AC3E}">
        <p14:creationId xmlns:p14="http://schemas.microsoft.com/office/powerpoint/2010/main" val="283222935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Divider with picture and client logo">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376" y="1557338"/>
            <a:ext cx="4705234" cy="1296000"/>
          </a:xfrm>
        </p:spPr>
        <p:txBody>
          <a:bodyPr anchor="b"/>
          <a:lstStyle>
            <a:lvl1pPr>
              <a:lnSpc>
                <a:spcPct val="100000"/>
              </a:lnSpc>
              <a:spcBef>
                <a:spcPts val="0"/>
              </a:spcBef>
              <a:spcAft>
                <a:spcPts val="600"/>
              </a:spcAft>
              <a:defRPr sz="2800"/>
            </a:lvl1pPr>
          </a:lstStyle>
          <a:p>
            <a:r>
              <a:rPr lang="en-US" noProof="0"/>
              <a:t>Agenda / Divider title</a:t>
            </a:r>
          </a:p>
        </p:txBody>
      </p:sp>
      <p:sp>
        <p:nvSpPr>
          <p:cNvPr id="3" name="Textplatzhalter 2"/>
          <p:cNvSpPr>
            <a:spLocks noGrp="1"/>
          </p:cNvSpPr>
          <p:nvPr>
            <p:ph type="body" idx="1" hasCustomPrompt="1"/>
          </p:nvPr>
        </p:nvSpPr>
        <p:spPr bwMode="gray">
          <a:xfrm>
            <a:off x="479376" y="3069362"/>
            <a:ext cx="4705234" cy="3378860"/>
          </a:xfrm>
        </p:spPr>
        <p:txBody>
          <a:bodyPr/>
          <a:lstStyle>
            <a:lvl1pPr marL="268288" indent="-268288">
              <a:spcBef>
                <a:spcPts val="0"/>
              </a:spcBef>
              <a:spcAft>
                <a:spcPts val="600"/>
              </a:spcAft>
              <a:buClr>
                <a:schemeClr val="accent1"/>
              </a:buClr>
              <a:buSzPct val="100000"/>
              <a:buFont typeface="+mj-lt"/>
              <a:buAutoNum type="arabicPeriod"/>
              <a:tabLst/>
              <a:defRPr sz="1800" b="0">
                <a:solidFill>
                  <a:schemeClr val="tx1"/>
                </a:solidFill>
              </a:defRPr>
            </a:lvl1pPr>
            <a:lvl2pPr marL="268288" indent="-268288">
              <a:spcBef>
                <a:spcPts val="0"/>
              </a:spcBef>
              <a:spcAft>
                <a:spcPts val="600"/>
              </a:spcAft>
              <a:buClr>
                <a:schemeClr val="accent1"/>
              </a:buClr>
              <a:buSzPct val="100000"/>
              <a:buFont typeface="+mj-lt"/>
              <a:buAutoNum type="arabicPeriod"/>
              <a:tabLst/>
              <a:defRPr sz="1800" b="0">
                <a:solidFill>
                  <a:schemeClr val="tx1"/>
                </a:solidFill>
              </a:defRPr>
            </a:lvl2pPr>
            <a:lvl3pPr marL="180000" indent="-180000">
              <a:spcBef>
                <a:spcPts val="0"/>
              </a:spcBef>
              <a:spcAft>
                <a:spcPts val="0"/>
              </a:spcAft>
              <a:buSzPct val="100000"/>
              <a:buFont typeface="+mj-lt"/>
              <a:buAutoNum type="arabicPeriod"/>
              <a:defRPr sz="2000" b="0">
                <a:solidFill>
                  <a:schemeClr val="tx1"/>
                </a:solidFill>
              </a:defRPr>
            </a:lvl3pPr>
            <a:lvl4pPr marL="268288" indent="-268288">
              <a:spcBef>
                <a:spcPts val="0"/>
              </a:spcBef>
              <a:spcAft>
                <a:spcPts val="600"/>
              </a:spcAft>
              <a:buClr>
                <a:schemeClr val="accent1"/>
              </a:buClr>
              <a:buSzPct val="100000"/>
              <a:buFont typeface="+mj-lt"/>
              <a:buAutoNum type="arabicPeriod"/>
              <a:tabLst/>
              <a:defRPr sz="1800" b="0">
                <a:solidFill>
                  <a:schemeClr val="tx1"/>
                </a:solidFill>
              </a:defRPr>
            </a:lvl4pPr>
            <a:lvl5pPr marL="268288" indent="-268288">
              <a:spcBef>
                <a:spcPts val="0"/>
              </a:spcBef>
              <a:spcAft>
                <a:spcPts val="600"/>
              </a:spcAft>
              <a:buClr>
                <a:schemeClr val="accent1"/>
              </a:buClr>
              <a:buSzPct val="100000"/>
              <a:buFont typeface="+mj-lt"/>
              <a:buAutoNum type="arabicPeriod"/>
              <a:tabLst/>
              <a:defRPr sz="1800" b="0">
                <a:solidFill>
                  <a:schemeClr val="tx1"/>
                </a:solidFill>
              </a:defRPr>
            </a:lvl5pPr>
            <a:lvl6pPr marL="268288" indent="-268288">
              <a:spcBef>
                <a:spcPts val="0"/>
              </a:spcBef>
              <a:spcAft>
                <a:spcPts val="600"/>
              </a:spcAft>
              <a:buClr>
                <a:schemeClr val="accent1"/>
              </a:buClr>
              <a:buSzPct val="100000"/>
              <a:buFont typeface="+mj-lt"/>
              <a:buAutoNum type="arabicPeriod"/>
              <a:tabLst/>
              <a:defRPr sz="1800" b="0">
                <a:solidFill>
                  <a:schemeClr val="tx1"/>
                </a:solidFill>
              </a:defRPr>
            </a:lvl6pPr>
            <a:lvl7pPr marL="268288" indent="-268288">
              <a:spcBef>
                <a:spcPts val="0"/>
              </a:spcBef>
              <a:spcAft>
                <a:spcPts val="600"/>
              </a:spcAft>
              <a:buClr>
                <a:schemeClr val="accent1"/>
              </a:buClr>
              <a:buSzPct val="100000"/>
              <a:buFont typeface="+mj-lt"/>
              <a:buAutoNum type="arabicPeriod"/>
              <a:tabLst/>
              <a:defRPr sz="1800" b="0">
                <a:solidFill>
                  <a:schemeClr val="tx1"/>
                </a:solidFill>
              </a:defRPr>
            </a:lvl7pPr>
            <a:lvl8pPr marL="268288" indent="-268288">
              <a:spcBef>
                <a:spcPts val="0"/>
              </a:spcBef>
              <a:spcAft>
                <a:spcPts val="600"/>
              </a:spcAft>
              <a:buClr>
                <a:schemeClr val="accent1"/>
              </a:buClr>
              <a:buSzPct val="100000"/>
              <a:buFont typeface="+mj-lt"/>
              <a:buAutoNum type="arabicPeriod"/>
              <a:tabLst/>
              <a:defRPr sz="1800" b="0">
                <a:solidFill>
                  <a:schemeClr val="tx1"/>
                </a:solidFill>
              </a:defRPr>
            </a:lvl8pPr>
            <a:lvl9pPr marL="268288" indent="-268288">
              <a:spcBef>
                <a:spcPts val="0"/>
              </a:spcBef>
              <a:spcAft>
                <a:spcPts val="600"/>
              </a:spcAft>
              <a:buClr>
                <a:schemeClr val="accent1"/>
              </a:buClr>
              <a:buSzPct val="100000"/>
              <a:buFont typeface="+mj-lt"/>
              <a:buAutoNum type="arabicPeriod"/>
              <a:tabLst/>
              <a:defRPr sz="1800" b="0">
                <a:solidFill>
                  <a:schemeClr val="tx1"/>
                </a:solidFill>
              </a:defRPr>
            </a:lvl9pPr>
          </a:lstStyle>
          <a:p>
            <a:pPr lvl="0"/>
            <a:r>
              <a:rPr lang="en-US" noProof="0"/>
              <a:t>Click to edit Master subtitle style</a:t>
            </a:r>
          </a:p>
          <a:p>
            <a:pPr lvl="1"/>
            <a:r>
              <a:rPr lang="en-US" noProof="0"/>
              <a:t>Second level</a:t>
            </a:r>
          </a:p>
          <a:p>
            <a:pPr lvl="4"/>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defRPr>
                <a:solidFill>
                  <a:schemeClr val="bg1"/>
                </a:solidFill>
              </a:defRPr>
            </a:lvl1pPr>
          </a:lstStyle>
          <a:p>
            <a:fld id="{8FF9B0DE-3FEB-4AA0-B465-B80EF7C1333D}" type="slidenum">
              <a:rPr lang="en-US" noProof="0" smtClean="0"/>
              <a:pPr/>
              <a:t>‹#›</a:t>
            </a:fld>
            <a:endParaRPr lang="en-US" noProof="0"/>
          </a:p>
        </p:txBody>
      </p:sp>
      <p:sp>
        <p:nvSpPr>
          <p:cNvPr id="17" name="Freeform 16">
            <a:extLst>
              <a:ext uri="{FF2B5EF4-FFF2-40B4-BE49-F238E27FC236}">
                <a16:creationId xmlns:a16="http://schemas.microsoft.com/office/drawing/2014/main" id="{4BA010EC-9B92-4EE6-C848-1BFCCFF9E014}"/>
              </a:ext>
            </a:extLst>
          </p:cNvPr>
          <p:cNvSpPr/>
          <p:nvPr userDrawn="1"/>
        </p:nvSpPr>
        <p:spPr>
          <a:xfrm rot="18900000" flipV="1">
            <a:off x="8229727" y="4491742"/>
            <a:ext cx="829749" cy="829940"/>
          </a:xfrm>
          <a:custGeom>
            <a:avLst/>
            <a:gdLst>
              <a:gd name="connsiteX0" fmla="*/ 0 w 605545"/>
              <a:gd name="connsiteY0" fmla="*/ 0 h 605685"/>
              <a:gd name="connsiteX1" fmla="*/ 605546 w 605545"/>
              <a:gd name="connsiteY1" fmla="*/ 0 h 605685"/>
              <a:gd name="connsiteX2" fmla="*/ 605546 w 605545"/>
              <a:gd name="connsiteY2" fmla="*/ 605686 h 605685"/>
              <a:gd name="connsiteX3" fmla="*/ 0 w 605545"/>
              <a:gd name="connsiteY3" fmla="*/ 605686 h 605685"/>
            </a:gdLst>
            <a:ahLst/>
            <a:cxnLst>
              <a:cxn ang="0">
                <a:pos x="connsiteX0" y="connsiteY0"/>
              </a:cxn>
              <a:cxn ang="0">
                <a:pos x="connsiteX1" y="connsiteY1"/>
              </a:cxn>
              <a:cxn ang="0">
                <a:pos x="connsiteX2" y="connsiteY2"/>
              </a:cxn>
              <a:cxn ang="0">
                <a:pos x="connsiteX3" y="connsiteY3"/>
              </a:cxn>
            </a:cxnLst>
            <a:rect l="l" t="t" r="r" b="b"/>
            <a:pathLst>
              <a:path w="605545" h="605685">
                <a:moveTo>
                  <a:pt x="0" y="0"/>
                </a:moveTo>
                <a:lnTo>
                  <a:pt x="605546" y="0"/>
                </a:lnTo>
                <a:lnTo>
                  <a:pt x="605546" y="605686"/>
                </a:lnTo>
                <a:lnTo>
                  <a:pt x="0" y="605686"/>
                </a:lnTo>
                <a:close/>
              </a:path>
            </a:pathLst>
          </a:custGeom>
          <a:solidFill>
            <a:schemeClr val="accent4"/>
          </a:solidFill>
          <a:ln w="10154" cap="flat">
            <a:noFill/>
            <a:prstDash val="solid"/>
            <a:miter/>
          </a:ln>
        </p:spPr>
        <p:txBody>
          <a:bodyPr rtlCol="0" anchor="ctr"/>
          <a:lstStyle/>
          <a:p>
            <a:endParaRPr lang="en-US" noProof="0"/>
          </a:p>
        </p:txBody>
      </p:sp>
      <p:sp>
        <p:nvSpPr>
          <p:cNvPr id="18" name="TextBox 17">
            <a:extLst>
              <a:ext uri="{FF2B5EF4-FFF2-40B4-BE49-F238E27FC236}">
                <a16:creationId xmlns:a16="http://schemas.microsoft.com/office/drawing/2014/main" id="{539866EA-AA36-C0C3-595C-C57597EB4C85}"/>
              </a:ext>
            </a:extLst>
          </p:cNvPr>
          <p:cNvSpPr txBox="1"/>
          <p:nvPr userDrawn="1"/>
        </p:nvSpPr>
        <p:spPr bwMode="gray">
          <a:xfrm>
            <a:off x="8057812" y="1830785"/>
            <a:ext cx="2946400" cy="1414584"/>
          </a:xfrm>
          <a:prstGeom prst="rect">
            <a:avLst/>
          </a:prstGeom>
          <a:noFill/>
        </p:spPr>
        <p:txBody>
          <a:bodyPr wrap="square" lIns="0" tIns="0" rIns="0" bIns="0" rtlCol="0">
            <a:noAutofit/>
          </a:bodyPr>
          <a:lstStyle/>
          <a:p>
            <a:pPr algn="ctr">
              <a:lnSpc>
                <a:spcPct val="120000"/>
              </a:lnSpc>
              <a:buSzPct val="80000"/>
            </a:pPr>
            <a:r>
              <a:rPr lang="en-US" sz="3200" b="1" noProof="0">
                <a:solidFill>
                  <a:schemeClr val="tx1"/>
                </a:solidFill>
              </a:rPr>
              <a:t>Make this placeholder</a:t>
            </a:r>
          </a:p>
        </p:txBody>
      </p:sp>
      <p:sp>
        <p:nvSpPr>
          <p:cNvPr id="7" name="Picture Placeholder 6">
            <a:extLst>
              <a:ext uri="{FF2B5EF4-FFF2-40B4-BE49-F238E27FC236}">
                <a16:creationId xmlns:a16="http://schemas.microsoft.com/office/drawing/2014/main" id="{7FFA461F-B734-F84C-0CBD-653992A303D0}"/>
              </a:ext>
            </a:extLst>
          </p:cNvPr>
          <p:cNvSpPr>
            <a:spLocks noGrp="1"/>
          </p:cNvSpPr>
          <p:nvPr>
            <p:ph type="pic" sz="quarter" idx="13"/>
          </p:nvPr>
        </p:nvSpPr>
        <p:spPr bwMode="gray">
          <a:xfrm>
            <a:off x="5695950" y="0"/>
            <a:ext cx="6495126" cy="6245225"/>
          </a:xfrm>
          <a:custGeom>
            <a:avLst/>
            <a:gdLst>
              <a:gd name="connsiteX0" fmla="*/ 1953005 w 6495126"/>
              <a:gd name="connsiteY0" fmla="*/ 0 h 6245225"/>
              <a:gd name="connsiteX1" fmla="*/ 6495126 w 6495126"/>
              <a:gd name="connsiteY1" fmla="*/ 0 h 6245225"/>
              <a:gd name="connsiteX2" fmla="*/ 6495126 w 6495126"/>
              <a:gd name="connsiteY2" fmla="*/ 4052290 h 6245225"/>
              <a:gd name="connsiteX3" fmla="*/ 4301439 w 6495126"/>
              <a:gd name="connsiteY3" fmla="*/ 6245225 h 6245225"/>
              <a:gd name="connsiteX4" fmla="*/ 4287098 w 6495126"/>
              <a:gd name="connsiteY4" fmla="*/ 6245225 h 6245225"/>
              <a:gd name="connsiteX5" fmla="*/ 3241901 w 6495126"/>
              <a:gd name="connsiteY5" fmla="*/ 5199786 h 6245225"/>
              <a:gd name="connsiteX6" fmla="*/ 3535349 w 6495126"/>
              <a:gd name="connsiteY6" fmla="*/ 4906270 h 6245225"/>
              <a:gd name="connsiteX7" fmla="*/ 2948452 w 6495126"/>
              <a:gd name="connsiteY7" fmla="*/ 4319238 h 6245225"/>
              <a:gd name="connsiteX8" fmla="*/ 2655005 w 6495126"/>
              <a:gd name="connsiteY8" fmla="*/ 4612754 h 6245225"/>
              <a:gd name="connsiteX9" fmla="*/ 0 w 6495126"/>
              <a:gd name="connsiteY9" fmla="*/ 1955870 h 6245225"/>
              <a:gd name="connsiteX10" fmla="*/ 0 w 6495126"/>
              <a:gd name="connsiteY10" fmla="*/ 1953457 h 6245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95126" h="6245225">
                <a:moveTo>
                  <a:pt x="1953005" y="0"/>
                </a:moveTo>
                <a:lnTo>
                  <a:pt x="6495126" y="0"/>
                </a:lnTo>
                <a:lnTo>
                  <a:pt x="6495126" y="4052290"/>
                </a:lnTo>
                <a:lnTo>
                  <a:pt x="4301439" y="6245225"/>
                </a:lnTo>
                <a:lnTo>
                  <a:pt x="4287098" y="6245225"/>
                </a:lnTo>
                <a:lnTo>
                  <a:pt x="3241901" y="5199786"/>
                </a:lnTo>
                <a:lnTo>
                  <a:pt x="3535349" y="4906270"/>
                </a:lnTo>
                <a:lnTo>
                  <a:pt x="2948452" y="4319238"/>
                </a:lnTo>
                <a:lnTo>
                  <a:pt x="2655005" y="4612754"/>
                </a:lnTo>
                <a:lnTo>
                  <a:pt x="0" y="1955870"/>
                </a:lnTo>
                <a:lnTo>
                  <a:pt x="0" y="1953457"/>
                </a:lnTo>
                <a:close/>
              </a:path>
            </a:pathLst>
          </a:custGeom>
          <a:solidFill>
            <a:schemeClr val="tx2"/>
          </a:solidFill>
        </p:spPr>
        <p:txBody>
          <a:bodyPr wrap="square" anchor="ctr">
            <a:noAutofit/>
          </a:bodyPr>
          <a:lstStyle>
            <a:lvl1pPr algn="ctr">
              <a:defRPr/>
            </a:lvl1pPr>
          </a:lstStyle>
          <a:p>
            <a:r>
              <a:rPr lang="en-US" noProof="0"/>
              <a:t>Click icon to add picture</a:t>
            </a:r>
          </a:p>
        </p:txBody>
      </p:sp>
      <p:pic>
        <p:nvPicPr>
          <p:cNvPr id="4" name="Graphic 3">
            <a:extLst>
              <a:ext uri="{FF2B5EF4-FFF2-40B4-BE49-F238E27FC236}">
                <a16:creationId xmlns:a16="http://schemas.microsoft.com/office/drawing/2014/main" id="{BFC740E1-553E-3A3C-5819-E0F5368FC9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79425" y="414391"/>
            <a:ext cx="1704002" cy="316533"/>
          </a:xfrm>
          <a:prstGeom prst="rect">
            <a:avLst/>
          </a:prstGeom>
        </p:spPr>
      </p:pic>
    </p:spTree>
    <p:extLst>
      <p:ext uri="{BB962C8B-B14F-4D97-AF65-F5344CB8AC3E}">
        <p14:creationId xmlns:p14="http://schemas.microsoft.com/office/powerpoint/2010/main" val="282722344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without picture">
    <p:bg>
      <p:bgPr>
        <a:solidFill>
          <a:schemeClr val="bg1"/>
        </a:solidFill>
        <a:effectLst/>
      </p:bgPr>
    </p:bg>
    <p:spTree>
      <p:nvGrpSpPr>
        <p:cNvPr id="1" name=""/>
        <p:cNvGrpSpPr/>
        <p:nvPr/>
      </p:nvGrpSpPr>
      <p:grpSpPr>
        <a:xfrm>
          <a:off x="0" y="0"/>
          <a:ext cx="0" cy="0"/>
          <a:chOff x="0" y="0"/>
          <a:chExt cx="0" cy="0"/>
        </a:xfrm>
      </p:grpSpPr>
      <p:sp>
        <p:nvSpPr>
          <p:cNvPr id="11" name="Foliennummernplatzhalter 5">
            <a:extLst>
              <a:ext uri="{FF2B5EF4-FFF2-40B4-BE49-F238E27FC236}">
                <a16:creationId xmlns:a16="http://schemas.microsoft.com/office/drawing/2014/main" id="{BA1332E4-F12F-4F31-9613-9185ADB2FA06}"/>
              </a:ext>
            </a:extLst>
          </p:cNvPr>
          <p:cNvSpPr>
            <a:spLocks noGrp="1"/>
          </p:cNvSpPr>
          <p:nvPr>
            <p:ph type="sldNum" sz="quarter" idx="12"/>
          </p:nvPr>
        </p:nvSpPr>
        <p:spPr bwMode="gray">
          <a:xfrm>
            <a:off x="11712575" y="6453352"/>
            <a:ext cx="479425" cy="404648"/>
          </a:xfrm>
        </p:spPr>
        <p:txBody>
          <a:bodyPr/>
          <a:lstStyle/>
          <a:p>
            <a:fld id="{8FF9B0DE-3FEB-4AA0-B465-B80EF7C1333D}" type="slidenum">
              <a:rPr lang="en-US" smtClean="0"/>
              <a:t>‹#›</a:t>
            </a:fld>
            <a:endParaRPr lang="en-US"/>
          </a:p>
        </p:txBody>
      </p:sp>
      <p:sp>
        <p:nvSpPr>
          <p:cNvPr id="48" name="Text Placeholder 47">
            <a:extLst>
              <a:ext uri="{FF2B5EF4-FFF2-40B4-BE49-F238E27FC236}">
                <a16:creationId xmlns:a16="http://schemas.microsoft.com/office/drawing/2014/main" id="{BDFE627B-B834-14F5-8878-795728D0C3B0}"/>
              </a:ext>
            </a:extLst>
          </p:cNvPr>
          <p:cNvSpPr>
            <a:spLocks noGrp="1"/>
          </p:cNvSpPr>
          <p:nvPr>
            <p:ph type="body" sz="quarter" idx="14" hasCustomPrompt="1"/>
          </p:nvPr>
        </p:nvSpPr>
        <p:spPr>
          <a:xfrm>
            <a:off x="479426" y="1557338"/>
            <a:ext cx="4977158" cy="4464050"/>
          </a:xfrm>
        </p:spPr>
        <p:txBody>
          <a:bodyPr rIns="0" anchor="ctr"/>
          <a:lstStyle>
            <a:lvl1pPr>
              <a:lnSpc>
                <a:spcPct val="80000"/>
              </a:lnSpc>
              <a:defRPr sz="4800"/>
            </a:lvl1pPr>
          </a:lstStyle>
          <a:p>
            <a:pPr lvl="0"/>
            <a:r>
              <a:rPr lang="en-US"/>
              <a:t>Place your divider title here</a:t>
            </a:r>
          </a:p>
        </p:txBody>
      </p:sp>
      <p:pic>
        <p:nvPicPr>
          <p:cNvPr id="3" name="Graphic 2">
            <a:extLst>
              <a:ext uri="{FF2B5EF4-FFF2-40B4-BE49-F238E27FC236}">
                <a16:creationId xmlns:a16="http://schemas.microsoft.com/office/drawing/2014/main" id="{13B04732-FB31-65FC-E41C-0883D9FCE67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79425" y="414391"/>
            <a:ext cx="1704002" cy="316533"/>
          </a:xfrm>
          <a:prstGeom prst="rect">
            <a:avLst/>
          </a:prstGeom>
        </p:spPr>
      </p:pic>
      <p:grpSp>
        <p:nvGrpSpPr>
          <p:cNvPr id="2" name="Group 1">
            <a:extLst>
              <a:ext uri="{FF2B5EF4-FFF2-40B4-BE49-F238E27FC236}">
                <a16:creationId xmlns:a16="http://schemas.microsoft.com/office/drawing/2014/main" id="{CA2D8D4E-6CC5-BD24-191D-F2262364C952}"/>
              </a:ext>
            </a:extLst>
          </p:cNvPr>
          <p:cNvGrpSpPr/>
          <p:nvPr userDrawn="1"/>
        </p:nvGrpSpPr>
        <p:grpSpPr>
          <a:xfrm flipV="1">
            <a:off x="4754689" y="1"/>
            <a:ext cx="7437311" cy="6857999"/>
            <a:chOff x="4754689" y="1"/>
            <a:chExt cx="7437311" cy="6857999"/>
          </a:xfrm>
        </p:grpSpPr>
        <p:sp>
          <p:nvSpPr>
            <p:cNvPr id="7" name="Freeform 6">
              <a:extLst>
                <a:ext uri="{FF2B5EF4-FFF2-40B4-BE49-F238E27FC236}">
                  <a16:creationId xmlns:a16="http://schemas.microsoft.com/office/drawing/2014/main" id="{CB502D43-48FB-81A1-1942-922C80DC6391}"/>
                </a:ext>
              </a:extLst>
            </p:cNvPr>
            <p:cNvSpPr/>
            <p:nvPr userDrawn="1"/>
          </p:nvSpPr>
          <p:spPr bwMode="gray">
            <a:xfrm>
              <a:off x="8732416" y="1554546"/>
              <a:ext cx="3459584" cy="4846365"/>
            </a:xfrm>
            <a:custGeom>
              <a:avLst/>
              <a:gdLst>
                <a:gd name="connsiteX0" fmla="*/ 2423182 w 3459584"/>
                <a:gd name="connsiteY0" fmla="*/ 0 h 4846365"/>
                <a:gd name="connsiteX1" fmla="*/ 3459584 w 3459584"/>
                <a:gd name="connsiteY1" fmla="*/ 1036401 h 4846365"/>
                <a:gd name="connsiteX2" fmla="*/ 3459584 w 3459584"/>
                <a:gd name="connsiteY2" fmla="*/ 3809962 h 4846365"/>
                <a:gd name="connsiteX3" fmla="*/ 2423182 w 3459584"/>
                <a:gd name="connsiteY3" fmla="*/ 4846365 h 4846365"/>
                <a:gd name="connsiteX4" fmla="*/ 0 w 3459584"/>
                <a:gd name="connsiteY4" fmla="*/ 2423182 h 4846365"/>
                <a:gd name="connsiteX5" fmla="*/ 2423182 w 3459584"/>
                <a:gd name="connsiteY5" fmla="*/ 0 h 48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9584" h="4846365">
                  <a:moveTo>
                    <a:pt x="2423182" y="0"/>
                  </a:moveTo>
                  <a:lnTo>
                    <a:pt x="3459584" y="1036401"/>
                  </a:lnTo>
                  <a:lnTo>
                    <a:pt x="3459584" y="3809962"/>
                  </a:lnTo>
                  <a:lnTo>
                    <a:pt x="2423182" y="4846365"/>
                  </a:lnTo>
                  <a:lnTo>
                    <a:pt x="0" y="2423182"/>
                  </a:lnTo>
                  <a:lnTo>
                    <a:pt x="2423182" y="0"/>
                  </a:lnTo>
                  <a:close/>
                </a:path>
              </a:pathLst>
            </a:cu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solidFill>
                  <a:schemeClr val="tx1"/>
                </a:solidFill>
              </a:endParaRPr>
            </a:p>
          </p:txBody>
        </p:sp>
        <p:sp>
          <p:nvSpPr>
            <p:cNvPr id="8" name="Freeform 7">
              <a:extLst>
                <a:ext uri="{FF2B5EF4-FFF2-40B4-BE49-F238E27FC236}">
                  <a16:creationId xmlns:a16="http://schemas.microsoft.com/office/drawing/2014/main" id="{08BB49E8-5810-46F8-6C94-A377FE2CF8D2}"/>
                </a:ext>
              </a:extLst>
            </p:cNvPr>
            <p:cNvSpPr/>
            <p:nvPr userDrawn="1"/>
          </p:nvSpPr>
          <p:spPr bwMode="gray">
            <a:xfrm>
              <a:off x="4754689" y="1"/>
              <a:ext cx="6400909" cy="3977727"/>
            </a:xfrm>
            <a:custGeom>
              <a:avLst/>
              <a:gdLst>
                <a:gd name="connsiteX0" fmla="*/ 0 w 6400909"/>
                <a:gd name="connsiteY0" fmla="*/ 0 h 3977727"/>
                <a:gd name="connsiteX1" fmla="*/ 4846365 w 6400909"/>
                <a:gd name="connsiteY1" fmla="*/ 0 h 3977727"/>
                <a:gd name="connsiteX2" fmla="*/ 6400909 w 6400909"/>
                <a:gd name="connsiteY2" fmla="*/ 1554545 h 3977727"/>
                <a:gd name="connsiteX3" fmla="*/ 3977727 w 6400909"/>
                <a:gd name="connsiteY3" fmla="*/ 3977727 h 3977727"/>
                <a:gd name="connsiteX4" fmla="*/ 0 w 6400909"/>
                <a:gd name="connsiteY4" fmla="*/ 0 h 3977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909" h="3977727">
                  <a:moveTo>
                    <a:pt x="0" y="0"/>
                  </a:moveTo>
                  <a:lnTo>
                    <a:pt x="4846365" y="0"/>
                  </a:lnTo>
                  <a:lnTo>
                    <a:pt x="6400909" y="1554545"/>
                  </a:lnTo>
                  <a:lnTo>
                    <a:pt x="3977727" y="3977727"/>
                  </a:lnTo>
                  <a:lnTo>
                    <a:pt x="0" y="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solidFill>
                  <a:schemeClr val="tx1"/>
                </a:solidFill>
              </a:endParaRPr>
            </a:p>
          </p:txBody>
        </p:sp>
        <p:sp>
          <p:nvSpPr>
            <p:cNvPr id="9" name="Freeform 8">
              <a:extLst>
                <a:ext uri="{FF2B5EF4-FFF2-40B4-BE49-F238E27FC236}">
                  <a16:creationId xmlns:a16="http://schemas.microsoft.com/office/drawing/2014/main" id="{35850BAE-B88F-7D67-8CB4-852AD1A878C1}"/>
                </a:ext>
              </a:extLst>
            </p:cNvPr>
            <p:cNvSpPr/>
            <p:nvPr userDrawn="1"/>
          </p:nvSpPr>
          <p:spPr bwMode="gray">
            <a:xfrm>
              <a:off x="11155598" y="518144"/>
              <a:ext cx="1036402" cy="2072803"/>
            </a:xfrm>
            <a:custGeom>
              <a:avLst/>
              <a:gdLst>
                <a:gd name="connsiteX0" fmla="*/ 1036402 w 1036402"/>
                <a:gd name="connsiteY0" fmla="*/ 0 h 2072803"/>
                <a:gd name="connsiteX1" fmla="*/ 1036402 w 1036402"/>
                <a:gd name="connsiteY1" fmla="*/ 2072803 h 2072803"/>
                <a:gd name="connsiteX2" fmla="*/ 0 w 1036402"/>
                <a:gd name="connsiteY2" fmla="*/ 1036402 h 2072803"/>
                <a:gd name="connsiteX3" fmla="*/ 1036402 w 1036402"/>
                <a:gd name="connsiteY3" fmla="*/ 0 h 2072803"/>
              </a:gdLst>
              <a:ahLst/>
              <a:cxnLst>
                <a:cxn ang="0">
                  <a:pos x="connsiteX0" y="connsiteY0"/>
                </a:cxn>
                <a:cxn ang="0">
                  <a:pos x="connsiteX1" y="connsiteY1"/>
                </a:cxn>
                <a:cxn ang="0">
                  <a:pos x="connsiteX2" y="connsiteY2"/>
                </a:cxn>
                <a:cxn ang="0">
                  <a:pos x="connsiteX3" y="connsiteY3"/>
                </a:cxn>
              </a:cxnLst>
              <a:rect l="l" t="t" r="r" b="b"/>
              <a:pathLst>
                <a:path w="1036402" h="2072803">
                  <a:moveTo>
                    <a:pt x="1036402" y="0"/>
                  </a:moveTo>
                  <a:lnTo>
                    <a:pt x="1036402" y="2072803"/>
                  </a:lnTo>
                  <a:lnTo>
                    <a:pt x="0" y="1036402"/>
                  </a:lnTo>
                  <a:lnTo>
                    <a:pt x="1036402" y="0"/>
                  </a:lnTo>
                  <a:close/>
                </a:path>
              </a:pathLst>
            </a:cu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solidFill>
                  <a:schemeClr val="tx1"/>
                </a:solidFill>
              </a:endParaRPr>
            </a:p>
          </p:txBody>
        </p:sp>
        <p:sp>
          <p:nvSpPr>
            <p:cNvPr id="10" name="Freeform 9">
              <a:extLst>
                <a:ext uri="{FF2B5EF4-FFF2-40B4-BE49-F238E27FC236}">
                  <a16:creationId xmlns:a16="http://schemas.microsoft.com/office/drawing/2014/main" id="{877880F8-8ACE-47D8-B315-4A1E0BE7E229}"/>
                </a:ext>
              </a:extLst>
            </p:cNvPr>
            <p:cNvSpPr/>
            <p:nvPr userDrawn="1"/>
          </p:nvSpPr>
          <p:spPr bwMode="gray">
            <a:xfrm>
              <a:off x="5852146" y="3977728"/>
              <a:ext cx="5303453" cy="2880272"/>
            </a:xfrm>
            <a:custGeom>
              <a:avLst/>
              <a:gdLst>
                <a:gd name="connsiteX0" fmla="*/ 2880272 w 5303453"/>
                <a:gd name="connsiteY0" fmla="*/ 0 h 2880272"/>
                <a:gd name="connsiteX1" fmla="*/ 5303453 w 5303453"/>
                <a:gd name="connsiteY1" fmla="*/ 2423182 h 2880272"/>
                <a:gd name="connsiteX2" fmla="*/ 5303453 w 5303453"/>
                <a:gd name="connsiteY2" fmla="*/ 2423183 h 2880272"/>
                <a:gd name="connsiteX3" fmla="*/ 5303453 w 5303453"/>
                <a:gd name="connsiteY3" fmla="*/ 2423183 h 2880272"/>
                <a:gd name="connsiteX4" fmla="*/ 4846365 w 5303453"/>
                <a:gd name="connsiteY4" fmla="*/ 2880272 h 2880272"/>
                <a:gd name="connsiteX5" fmla="*/ 0 w 5303453"/>
                <a:gd name="connsiteY5" fmla="*/ 2880272 h 2880272"/>
                <a:gd name="connsiteX6" fmla="*/ 2880272 w 5303453"/>
                <a:gd name="connsiteY6" fmla="*/ 0 h 288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03453" h="2880272">
                  <a:moveTo>
                    <a:pt x="2880272" y="0"/>
                  </a:moveTo>
                  <a:lnTo>
                    <a:pt x="5303453" y="2423182"/>
                  </a:lnTo>
                  <a:lnTo>
                    <a:pt x="5303453" y="2423183"/>
                  </a:lnTo>
                  <a:lnTo>
                    <a:pt x="5303453" y="2423183"/>
                  </a:lnTo>
                  <a:lnTo>
                    <a:pt x="4846365" y="2880272"/>
                  </a:lnTo>
                  <a:lnTo>
                    <a:pt x="0" y="2880272"/>
                  </a:lnTo>
                  <a:lnTo>
                    <a:pt x="2880272" y="0"/>
                  </a:lnTo>
                  <a:close/>
                </a:path>
              </a:pathLst>
            </a:cu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solidFill>
                  <a:schemeClr val="tx1"/>
                </a:solidFill>
              </a:endParaRPr>
            </a:p>
          </p:txBody>
        </p:sp>
        <p:sp>
          <p:nvSpPr>
            <p:cNvPr id="12" name="Freeform 11">
              <a:extLst>
                <a:ext uri="{FF2B5EF4-FFF2-40B4-BE49-F238E27FC236}">
                  <a16:creationId xmlns:a16="http://schemas.microsoft.com/office/drawing/2014/main" id="{4895CB59-D6BA-8061-1F63-160A8A6EF975}"/>
                </a:ext>
              </a:extLst>
            </p:cNvPr>
            <p:cNvSpPr/>
            <p:nvPr userDrawn="1"/>
          </p:nvSpPr>
          <p:spPr bwMode="gray">
            <a:xfrm>
              <a:off x="11155598" y="5364508"/>
              <a:ext cx="1036402" cy="1493492"/>
            </a:xfrm>
            <a:custGeom>
              <a:avLst/>
              <a:gdLst>
                <a:gd name="connsiteX0" fmla="*/ 1036402 w 1036402"/>
                <a:gd name="connsiteY0" fmla="*/ 0 h 1493492"/>
                <a:gd name="connsiteX1" fmla="*/ 1036402 w 1036402"/>
                <a:gd name="connsiteY1" fmla="*/ 1493492 h 1493492"/>
                <a:gd name="connsiteX2" fmla="*/ 457089 w 1036402"/>
                <a:gd name="connsiteY2" fmla="*/ 1493492 h 1493492"/>
                <a:gd name="connsiteX3" fmla="*/ 0 w 1036402"/>
                <a:gd name="connsiteY3" fmla="*/ 1036403 h 1493492"/>
                <a:gd name="connsiteX4" fmla="*/ 1 w 1036402"/>
                <a:gd name="connsiteY4" fmla="*/ 1036403 h 1493492"/>
                <a:gd name="connsiteX5" fmla="*/ 0 w 1036402"/>
                <a:gd name="connsiteY5" fmla="*/ 1036402 h 1493492"/>
                <a:gd name="connsiteX6" fmla="*/ 1036402 w 1036402"/>
                <a:gd name="connsiteY6" fmla="*/ 0 h 1493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6402" h="1493492">
                  <a:moveTo>
                    <a:pt x="1036402" y="0"/>
                  </a:moveTo>
                  <a:lnTo>
                    <a:pt x="1036402" y="1493492"/>
                  </a:lnTo>
                  <a:lnTo>
                    <a:pt x="457089" y="1493492"/>
                  </a:lnTo>
                  <a:lnTo>
                    <a:pt x="0" y="1036403"/>
                  </a:lnTo>
                  <a:lnTo>
                    <a:pt x="1" y="1036403"/>
                  </a:lnTo>
                  <a:lnTo>
                    <a:pt x="0" y="1036402"/>
                  </a:lnTo>
                  <a:lnTo>
                    <a:pt x="1036402" y="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solidFill>
                  <a:schemeClr val="tx1"/>
                </a:solidFill>
              </a:endParaRPr>
            </a:p>
          </p:txBody>
        </p:sp>
      </p:grpSp>
    </p:spTree>
    <p:extLst>
      <p:ext uri="{BB962C8B-B14F-4D97-AF65-F5344CB8AC3E}">
        <p14:creationId xmlns:p14="http://schemas.microsoft.com/office/powerpoint/2010/main" val="388975479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with picture">
    <p:bg>
      <p:bgPr>
        <a:solidFill>
          <a:schemeClr val="bg1"/>
        </a:solidFill>
        <a:effectLst/>
      </p:bgPr>
    </p:bg>
    <p:spTree>
      <p:nvGrpSpPr>
        <p:cNvPr id="1" name=""/>
        <p:cNvGrpSpPr/>
        <p:nvPr/>
      </p:nvGrpSpPr>
      <p:grpSpPr>
        <a:xfrm>
          <a:off x="0" y="0"/>
          <a:ext cx="0" cy="0"/>
          <a:chOff x="0" y="0"/>
          <a:chExt cx="0" cy="0"/>
        </a:xfrm>
      </p:grpSpPr>
      <p:sp>
        <p:nvSpPr>
          <p:cNvPr id="11" name="Foliennummernplatzhalter 5">
            <a:extLst>
              <a:ext uri="{FF2B5EF4-FFF2-40B4-BE49-F238E27FC236}">
                <a16:creationId xmlns:a16="http://schemas.microsoft.com/office/drawing/2014/main" id="{BA1332E4-F12F-4F31-9613-9185ADB2FA06}"/>
              </a:ext>
            </a:extLst>
          </p:cNvPr>
          <p:cNvSpPr>
            <a:spLocks noGrp="1"/>
          </p:cNvSpPr>
          <p:nvPr>
            <p:ph type="sldNum" sz="quarter" idx="12"/>
          </p:nvPr>
        </p:nvSpPr>
        <p:spPr bwMode="gray">
          <a:xfrm>
            <a:off x="11712575" y="6453352"/>
            <a:ext cx="479425" cy="404648"/>
          </a:xfrm>
        </p:spPr>
        <p:txBody>
          <a:bodyPr/>
          <a:lstStyle/>
          <a:p>
            <a:fld id="{8FF9B0DE-3FEB-4AA0-B465-B80EF7C1333D}" type="slidenum">
              <a:rPr lang="en-US" noProof="0" smtClean="0"/>
              <a:t>‹#›</a:t>
            </a:fld>
            <a:endParaRPr lang="en-US" noProof="0"/>
          </a:p>
        </p:txBody>
      </p:sp>
      <p:sp>
        <p:nvSpPr>
          <p:cNvPr id="48" name="Text Placeholder 47">
            <a:extLst>
              <a:ext uri="{FF2B5EF4-FFF2-40B4-BE49-F238E27FC236}">
                <a16:creationId xmlns:a16="http://schemas.microsoft.com/office/drawing/2014/main" id="{BDFE627B-B834-14F5-8878-795728D0C3B0}"/>
              </a:ext>
            </a:extLst>
          </p:cNvPr>
          <p:cNvSpPr>
            <a:spLocks noGrp="1"/>
          </p:cNvSpPr>
          <p:nvPr>
            <p:ph type="body" sz="quarter" idx="14" hasCustomPrompt="1"/>
          </p:nvPr>
        </p:nvSpPr>
        <p:spPr>
          <a:xfrm>
            <a:off x="479426" y="1557338"/>
            <a:ext cx="4977158" cy="4464050"/>
          </a:xfrm>
        </p:spPr>
        <p:txBody>
          <a:bodyPr rIns="0" anchor="ctr"/>
          <a:lstStyle>
            <a:lvl1pPr>
              <a:lnSpc>
                <a:spcPct val="80000"/>
              </a:lnSpc>
              <a:defRPr sz="4800"/>
            </a:lvl1pPr>
          </a:lstStyle>
          <a:p>
            <a:pPr lvl="0"/>
            <a:r>
              <a:rPr lang="en-US" noProof="0"/>
              <a:t>Place your divider title here</a:t>
            </a:r>
          </a:p>
        </p:txBody>
      </p:sp>
      <p:sp>
        <p:nvSpPr>
          <p:cNvPr id="17" name="TextBox 16">
            <a:extLst>
              <a:ext uri="{FF2B5EF4-FFF2-40B4-BE49-F238E27FC236}">
                <a16:creationId xmlns:a16="http://schemas.microsoft.com/office/drawing/2014/main" id="{F0EDD8F4-3182-753F-03F2-4CD7BEDBDE8E}"/>
              </a:ext>
            </a:extLst>
          </p:cNvPr>
          <p:cNvSpPr txBox="1"/>
          <p:nvPr userDrawn="1"/>
        </p:nvSpPr>
        <p:spPr bwMode="gray">
          <a:xfrm>
            <a:off x="8057812" y="1830785"/>
            <a:ext cx="2946400" cy="1414584"/>
          </a:xfrm>
          <a:prstGeom prst="rect">
            <a:avLst/>
          </a:prstGeom>
          <a:noFill/>
        </p:spPr>
        <p:txBody>
          <a:bodyPr wrap="square" lIns="0" tIns="0" rIns="0" bIns="0" rtlCol="0">
            <a:noAutofit/>
          </a:bodyPr>
          <a:lstStyle/>
          <a:p>
            <a:pPr algn="ctr">
              <a:lnSpc>
                <a:spcPct val="120000"/>
              </a:lnSpc>
              <a:buSzPct val="80000"/>
            </a:pPr>
            <a:r>
              <a:rPr lang="en-US" sz="3200" b="1" noProof="0">
                <a:solidFill>
                  <a:schemeClr val="tx1"/>
                </a:solidFill>
              </a:rPr>
              <a:t>Make this placeholder</a:t>
            </a:r>
          </a:p>
        </p:txBody>
      </p:sp>
      <p:sp>
        <p:nvSpPr>
          <p:cNvPr id="4" name="Freeform 3">
            <a:extLst>
              <a:ext uri="{FF2B5EF4-FFF2-40B4-BE49-F238E27FC236}">
                <a16:creationId xmlns:a16="http://schemas.microsoft.com/office/drawing/2014/main" id="{93449B40-4930-E03B-1860-9E311764B6B5}"/>
              </a:ext>
            </a:extLst>
          </p:cNvPr>
          <p:cNvSpPr/>
          <p:nvPr userDrawn="1"/>
        </p:nvSpPr>
        <p:spPr>
          <a:xfrm rot="18900000" flipV="1">
            <a:off x="8229727" y="4491742"/>
            <a:ext cx="829749" cy="829940"/>
          </a:xfrm>
          <a:custGeom>
            <a:avLst/>
            <a:gdLst>
              <a:gd name="connsiteX0" fmla="*/ 0 w 605545"/>
              <a:gd name="connsiteY0" fmla="*/ 0 h 605685"/>
              <a:gd name="connsiteX1" fmla="*/ 605546 w 605545"/>
              <a:gd name="connsiteY1" fmla="*/ 0 h 605685"/>
              <a:gd name="connsiteX2" fmla="*/ 605546 w 605545"/>
              <a:gd name="connsiteY2" fmla="*/ 605686 h 605685"/>
              <a:gd name="connsiteX3" fmla="*/ 0 w 605545"/>
              <a:gd name="connsiteY3" fmla="*/ 605686 h 605685"/>
            </a:gdLst>
            <a:ahLst/>
            <a:cxnLst>
              <a:cxn ang="0">
                <a:pos x="connsiteX0" y="connsiteY0"/>
              </a:cxn>
              <a:cxn ang="0">
                <a:pos x="connsiteX1" y="connsiteY1"/>
              </a:cxn>
              <a:cxn ang="0">
                <a:pos x="connsiteX2" y="connsiteY2"/>
              </a:cxn>
              <a:cxn ang="0">
                <a:pos x="connsiteX3" y="connsiteY3"/>
              </a:cxn>
            </a:cxnLst>
            <a:rect l="l" t="t" r="r" b="b"/>
            <a:pathLst>
              <a:path w="605545" h="605685">
                <a:moveTo>
                  <a:pt x="0" y="0"/>
                </a:moveTo>
                <a:lnTo>
                  <a:pt x="605546" y="0"/>
                </a:lnTo>
                <a:lnTo>
                  <a:pt x="605546" y="605686"/>
                </a:lnTo>
                <a:lnTo>
                  <a:pt x="0" y="605686"/>
                </a:lnTo>
                <a:close/>
              </a:path>
            </a:pathLst>
          </a:custGeom>
          <a:solidFill>
            <a:schemeClr val="accent4"/>
          </a:solidFill>
          <a:ln w="10154" cap="flat">
            <a:noFill/>
            <a:prstDash val="solid"/>
            <a:miter/>
          </a:ln>
        </p:spPr>
        <p:txBody>
          <a:bodyPr rtlCol="0" anchor="ctr"/>
          <a:lstStyle/>
          <a:p>
            <a:endParaRPr lang="en-US" noProof="0"/>
          </a:p>
        </p:txBody>
      </p:sp>
      <p:sp>
        <p:nvSpPr>
          <p:cNvPr id="5" name="TextBox 4">
            <a:extLst>
              <a:ext uri="{FF2B5EF4-FFF2-40B4-BE49-F238E27FC236}">
                <a16:creationId xmlns:a16="http://schemas.microsoft.com/office/drawing/2014/main" id="{5D5C8F82-233E-1B92-4DC6-06D8898C7158}"/>
              </a:ext>
            </a:extLst>
          </p:cNvPr>
          <p:cNvSpPr txBox="1"/>
          <p:nvPr userDrawn="1"/>
        </p:nvSpPr>
        <p:spPr bwMode="gray">
          <a:xfrm>
            <a:off x="8057812" y="1830785"/>
            <a:ext cx="2946400" cy="1414584"/>
          </a:xfrm>
          <a:prstGeom prst="rect">
            <a:avLst/>
          </a:prstGeom>
          <a:noFill/>
        </p:spPr>
        <p:txBody>
          <a:bodyPr wrap="square" lIns="0" tIns="0" rIns="0" bIns="0" rtlCol="0">
            <a:noAutofit/>
          </a:bodyPr>
          <a:lstStyle/>
          <a:p>
            <a:pPr algn="ctr">
              <a:lnSpc>
                <a:spcPct val="120000"/>
              </a:lnSpc>
              <a:buSzPct val="80000"/>
            </a:pPr>
            <a:r>
              <a:rPr lang="en-US" sz="3200" b="1" noProof="0">
                <a:solidFill>
                  <a:schemeClr val="tx1"/>
                </a:solidFill>
              </a:rPr>
              <a:t>Make this placeholder</a:t>
            </a:r>
          </a:p>
        </p:txBody>
      </p:sp>
      <p:sp>
        <p:nvSpPr>
          <p:cNvPr id="6" name="Picture Placeholder 5">
            <a:extLst>
              <a:ext uri="{FF2B5EF4-FFF2-40B4-BE49-F238E27FC236}">
                <a16:creationId xmlns:a16="http://schemas.microsoft.com/office/drawing/2014/main" id="{7DDDA32C-C001-7EDA-C557-08FB72D020BF}"/>
              </a:ext>
            </a:extLst>
          </p:cNvPr>
          <p:cNvSpPr>
            <a:spLocks noGrp="1"/>
          </p:cNvSpPr>
          <p:nvPr>
            <p:ph type="pic" sz="quarter" idx="13"/>
          </p:nvPr>
        </p:nvSpPr>
        <p:spPr bwMode="gray">
          <a:xfrm>
            <a:off x="5695950" y="0"/>
            <a:ext cx="6495126" cy="6245225"/>
          </a:xfrm>
          <a:custGeom>
            <a:avLst/>
            <a:gdLst>
              <a:gd name="connsiteX0" fmla="*/ 1953005 w 6495126"/>
              <a:gd name="connsiteY0" fmla="*/ 0 h 6245225"/>
              <a:gd name="connsiteX1" fmla="*/ 6495126 w 6495126"/>
              <a:gd name="connsiteY1" fmla="*/ 0 h 6245225"/>
              <a:gd name="connsiteX2" fmla="*/ 6495126 w 6495126"/>
              <a:gd name="connsiteY2" fmla="*/ 4052290 h 6245225"/>
              <a:gd name="connsiteX3" fmla="*/ 4301439 w 6495126"/>
              <a:gd name="connsiteY3" fmla="*/ 6245225 h 6245225"/>
              <a:gd name="connsiteX4" fmla="*/ 4287098 w 6495126"/>
              <a:gd name="connsiteY4" fmla="*/ 6245225 h 6245225"/>
              <a:gd name="connsiteX5" fmla="*/ 3241901 w 6495126"/>
              <a:gd name="connsiteY5" fmla="*/ 5199786 h 6245225"/>
              <a:gd name="connsiteX6" fmla="*/ 3535349 w 6495126"/>
              <a:gd name="connsiteY6" fmla="*/ 4906270 h 6245225"/>
              <a:gd name="connsiteX7" fmla="*/ 2948452 w 6495126"/>
              <a:gd name="connsiteY7" fmla="*/ 4319238 h 6245225"/>
              <a:gd name="connsiteX8" fmla="*/ 2655005 w 6495126"/>
              <a:gd name="connsiteY8" fmla="*/ 4612754 h 6245225"/>
              <a:gd name="connsiteX9" fmla="*/ 0 w 6495126"/>
              <a:gd name="connsiteY9" fmla="*/ 1955870 h 6245225"/>
              <a:gd name="connsiteX10" fmla="*/ 0 w 6495126"/>
              <a:gd name="connsiteY10" fmla="*/ 1953457 h 6245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95126" h="6245225">
                <a:moveTo>
                  <a:pt x="1953005" y="0"/>
                </a:moveTo>
                <a:lnTo>
                  <a:pt x="6495126" y="0"/>
                </a:lnTo>
                <a:lnTo>
                  <a:pt x="6495126" y="4052290"/>
                </a:lnTo>
                <a:lnTo>
                  <a:pt x="4301439" y="6245225"/>
                </a:lnTo>
                <a:lnTo>
                  <a:pt x="4287098" y="6245225"/>
                </a:lnTo>
                <a:lnTo>
                  <a:pt x="3241901" y="5199786"/>
                </a:lnTo>
                <a:lnTo>
                  <a:pt x="3535349" y="4906270"/>
                </a:lnTo>
                <a:lnTo>
                  <a:pt x="2948452" y="4319238"/>
                </a:lnTo>
                <a:lnTo>
                  <a:pt x="2655005" y="4612754"/>
                </a:lnTo>
                <a:lnTo>
                  <a:pt x="0" y="1955870"/>
                </a:lnTo>
                <a:lnTo>
                  <a:pt x="0" y="1953457"/>
                </a:lnTo>
                <a:close/>
              </a:path>
            </a:pathLst>
          </a:custGeom>
          <a:solidFill>
            <a:schemeClr val="tx2"/>
          </a:solidFill>
        </p:spPr>
        <p:txBody>
          <a:bodyPr wrap="square" anchor="ctr">
            <a:noAutofit/>
          </a:bodyPr>
          <a:lstStyle>
            <a:lvl1pPr algn="ctr">
              <a:defRPr/>
            </a:lvl1pPr>
          </a:lstStyle>
          <a:p>
            <a:r>
              <a:rPr lang="en-US" noProof="0"/>
              <a:t>Click icon to add picture</a:t>
            </a:r>
          </a:p>
        </p:txBody>
      </p:sp>
      <p:pic>
        <p:nvPicPr>
          <p:cNvPr id="3" name="Graphic 2">
            <a:extLst>
              <a:ext uri="{FF2B5EF4-FFF2-40B4-BE49-F238E27FC236}">
                <a16:creationId xmlns:a16="http://schemas.microsoft.com/office/drawing/2014/main" id="{13B04732-FB31-65FC-E41C-0883D9FCE67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79425" y="414391"/>
            <a:ext cx="1704002" cy="316533"/>
          </a:xfrm>
          <a:prstGeom prst="rect">
            <a:avLst/>
          </a:prstGeom>
        </p:spPr>
      </p:pic>
    </p:spTree>
    <p:extLst>
      <p:ext uri="{BB962C8B-B14F-4D97-AF65-F5344CB8AC3E}">
        <p14:creationId xmlns:p14="http://schemas.microsoft.com/office/powerpoint/2010/main" val="361958413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1917000"/>
            <a:ext cx="11232000" cy="4104000"/>
          </a:xfrm>
        </p:spPr>
        <p:txBody>
          <a:bodyPr/>
          <a:lstStyle>
            <a:lvl1pPr>
              <a:spcAft>
                <a:spcPts val="300"/>
              </a:spcAft>
              <a:defRPr sz="1200" b="0">
                <a:solidFill>
                  <a:schemeClr val="tx1"/>
                </a:solidFill>
              </a:defRPr>
            </a:lvl1pPr>
            <a:lvl2pPr marL="180000" indent="-180000">
              <a:spcAft>
                <a:spcPts val="300"/>
              </a:spcAft>
              <a:buFont typeface="Arial" panose="020B0604020202020204" pitchFamily="34" charset="0"/>
              <a:buChar char="•"/>
              <a:defRPr sz="1200"/>
            </a:lvl2pPr>
            <a:lvl3pPr marL="360000" indent="-180000">
              <a:spcAft>
                <a:spcPts val="300"/>
              </a:spcAft>
              <a:buFont typeface="Arial" panose="020B0604020202020204" pitchFamily="34" charset="0"/>
              <a:buChar char="•"/>
              <a:defRPr sz="1200"/>
            </a:lvl3pPr>
            <a:lvl4pPr marL="540000" indent="-180000">
              <a:spcAft>
                <a:spcPts val="300"/>
              </a:spcAft>
              <a:buFont typeface="Arial" panose="020B0604020202020204" pitchFamily="34" charset="0"/>
              <a:buChar char="•"/>
              <a:defRPr sz="1200"/>
            </a:lvl4pPr>
            <a:lvl5pPr marL="720000" indent="-180000">
              <a:spcAft>
                <a:spcPts val="300"/>
              </a:spcAft>
              <a:buFont typeface="Arial" panose="020B0604020202020204" pitchFamily="34" charset="0"/>
              <a:buChar char="•"/>
              <a:defRPr sz="1200"/>
            </a:lvl5pPr>
            <a:lvl6pPr marL="900000" indent="-180000">
              <a:spcAft>
                <a:spcPts val="300"/>
              </a:spcAft>
              <a:defRPr sz="1200"/>
            </a:lvl6pPr>
            <a:lvl7pPr marL="900000" indent="-180000">
              <a:spcAft>
                <a:spcPts val="300"/>
              </a:spcAft>
              <a:defRPr sz="1200"/>
            </a:lvl7pPr>
            <a:lvl8pPr marL="900000" indent="-180000">
              <a:spcAft>
                <a:spcPts val="300"/>
              </a:spcAft>
              <a:defRPr sz="1200"/>
            </a:lvl8pPr>
            <a:lvl9pPr marL="900000" indent="-180000">
              <a:spcAft>
                <a:spcPts val="300"/>
              </a:spcAft>
              <a:defRPr sz="1200"/>
            </a:lvl9pPr>
          </a:lstStyle>
          <a:p>
            <a:pPr lvl="0"/>
            <a:r>
              <a:rPr lang="en-US" noProof="0"/>
              <a:t>Content area</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p>
            <a:fld id="{8FF9B0DE-3FEB-4AA0-B465-B80EF7C1333D}" type="slidenum">
              <a:rPr lang="en-US" noProof="0" smtClean="0"/>
              <a:t>‹#›</a:t>
            </a:fld>
            <a:endParaRPr lang="en-US" noProof="0"/>
          </a:p>
        </p:txBody>
      </p:sp>
      <p:sp>
        <p:nvSpPr>
          <p:cNvPr id="5" name="Textplatzhalter 4"/>
          <p:cNvSpPr>
            <a:spLocks noGrp="1"/>
          </p:cNvSpPr>
          <p:nvPr>
            <p:ph type="body" sz="quarter" idx="15" hasCustomPrompt="1"/>
          </p:nvPr>
        </p:nvSpPr>
        <p:spPr>
          <a:xfrm>
            <a:off x="479376" y="1557338"/>
            <a:ext cx="11232000" cy="288000"/>
          </a:xfrm>
        </p:spPr>
        <p:txBody>
          <a:bodyPr anchor="t"/>
          <a:lstStyle>
            <a:lvl1pPr marL="0" indent="0">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defRPr/>
            </a:lvl1pPr>
          </a:lstStyle>
          <a:p>
            <a:r>
              <a:rPr lang="en-US" noProof="0"/>
              <a:t>Headline</a:t>
            </a:r>
          </a:p>
        </p:txBody>
      </p:sp>
      <p:sp>
        <p:nvSpPr>
          <p:cNvPr id="16" name="Textplatzhalter 15"/>
          <p:cNvSpPr>
            <a:spLocks noGrp="1"/>
          </p:cNvSpPr>
          <p:nvPr>
            <p:ph type="body" sz="quarter" idx="16" hasCustomPrompt="1"/>
          </p:nvPr>
        </p:nvSpPr>
        <p:spPr>
          <a:xfrm>
            <a:off x="479425" y="6164263"/>
            <a:ext cx="9721850" cy="288925"/>
          </a:xfrm>
        </p:spPr>
        <p:txBody>
          <a:bodyPr anchor="b"/>
          <a:lstStyle>
            <a:lvl1pPr marL="0" indent="0">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27649011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with marginalia">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1917000"/>
            <a:ext cx="7416849"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479376" y="1557338"/>
            <a:ext cx="7416849"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8112126" y="1917000"/>
            <a:ext cx="3600450"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302241091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spcBef>
                <a:spcPts val="0"/>
              </a:spcBef>
              <a:spcAft>
                <a:spcPts val="600"/>
              </a:spcAft>
              <a:defRPr/>
            </a:lvl1pPr>
          </a:lstStyle>
          <a:p>
            <a:r>
              <a:rPr lang="en-US" noProof="0"/>
              <a:t>Headline</a:t>
            </a:r>
          </a:p>
        </p:txBody>
      </p:sp>
      <p:sp>
        <p:nvSpPr>
          <p:cNvPr id="7" name="Foliennummernplatzhalter 6"/>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9" name="Bildplatzhalter 8">
            <a:extLst>
              <a:ext uri="{FF2B5EF4-FFF2-40B4-BE49-F238E27FC236}">
                <a16:creationId xmlns:a16="http://schemas.microsoft.com/office/drawing/2014/main" id="{62180F27-732A-4307-A406-DBE86F1FA52B}"/>
              </a:ext>
            </a:extLst>
          </p:cNvPr>
          <p:cNvSpPr>
            <a:spLocks noGrp="1"/>
          </p:cNvSpPr>
          <p:nvPr>
            <p:ph type="pic" sz="quarter" idx="13" hasCustomPrompt="1"/>
          </p:nvPr>
        </p:nvSpPr>
        <p:spPr bwMode="gray">
          <a:xfrm>
            <a:off x="479376" y="1557288"/>
            <a:ext cx="11232000" cy="4464000"/>
          </a:xfrm>
          <a:prstGeom prst="rect">
            <a:avLst/>
          </a:prstGeom>
          <a:solidFill>
            <a:schemeClr val="tx2"/>
          </a:solidFill>
        </p:spPr>
        <p:txBody>
          <a:bodyPr wrap="square" bIns="1296000" anchor="ctr">
            <a:noAutofit/>
          </a:bodyPr>
          <a:lstStyle>
            <a:lvl1pPr algn="ctr">
              <a:lnSpc>
                <a:spcPct val="100000"/>
              </a:lnSpc>
              <a:spcBef>
                <a:spcPts val="0"/>
              </a:spcBef>
              <a:spcAft>
                <a:spcPts val="600"/>
              </a:spcAft>
              <a:defRPr sz="1200" b="0" i="0" baseline="0">
                <a:solidFill>
                  <a:schemeClr val="tx1"/>
                </a:solidFill>
              </a:defRPr>
            </a:lvl1pPr>
          </a:lstStyle>
          <a:p>
            <a:r>
              <a:rPr lang="en-US" noProof="0"/>
              <a:t>Please click icon </a:t>
            </a:r>
            <a:br>
              <a:rPr lang="en-US" noProof="0"/>
            </a:br>
            <a:r>
              <a:rPr lang="en-US" noProof="0"/>
              <a:t>to insert picture</a:t>
            </a:r>
          </a:p>
        </p:txBody>
      </p:sp>
      <p:sp>
        <p:nvSpPr>
          <p:cNvPr id="6"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1507138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1917000"/>
            <a:ext cx="5472162"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Clr>
                <a:schemeClr val="tx1"/>
              </a:buClr>
              <a:buSzPct val="80000"/>
              <a:buFont typeface="Arial" panose="020B0604020202020204" pitchFamily="34" charset="0"/>
              <a:buChar char="•"/>
              <a:defRPr sz="1200"/>
            </a:lvl2pPr>
            <a:lvl3pPr marL="360000" indent="-180000">
              <a:spcBef>
                <a:spcPts val="0"/>
              </a:spcBef>
              <a:spcAft>
                <a:spcPts val="300"/>
              </a:spcAft>
              <a:buSzPct val="80000"/>
              <a:buFont typeface="Arial" panose="020B0604020202020204" pitchFamily="34" charset="0"/>
              <a:buChar char="•"/>
              <a:defRPr sz="1200"/>
            </a:lvl3pPr>
            <a:lvl4pPr marL="540000" indent="-180000">
              <a:spcBef>
                <a:spcPts val="0"/>
              </a:spcBef>
              <a:spcAft>
                <a:spcPts val="300"/>
              </a:spcAft>
              <a:buSzPct val="80000"/>
              <a:buFont typeface="Arial" panose="020B0604020202020204" pitchFamily="34" charset="0"/>
              <a:buChar char="•"/>
              <a:defRPr sz="1200"/>
            </a:lvl4pPr>
            <a:lvl5pPr marL="720000" indent="-180000">
              <a:spcBef>
                <a:spcPts val="0"/>
              </a:spcBef>
              <a:spcAft>
                <a:spcPts val="300"/>
              </a:spcAft>
              <a:buSzPct val="80000"/>
              <a:buFont typeface="Arial" panose="020B0604020202020204" pitchFamily="34" charset="0"/>
              <a:buChar char="•"/>
              <a:defRPr sz="1200"/>
            </a:lvl5pPr>
            <a:lvl6pPr marL="900000" indent="-180000">
              <a:spcBef>
                <a:spcPts val="0"/>
              </a:spcBef>
              <a:spcAft>
                <a:spcPts val="300"/>
              </a:spcAft>
              <a:buSzPct val="80000"/>
              <a:buFont typeface="Arial" panose="020B0604020202020204" pitchFamily="34" charset="0"/>
              <a:buChar char="•"/>
              <a:defRPr sz="1200"/>
            </a:lvl6pPr>
            <a:lvl7pPr marL="900000" indent="-180000">
              <a:spcBef>
                <a:spcPts val="0"/>
              </a:spcBef>
              <a:spcAft>
                <a:spcPts val="300"/>
              </a:spcAft>
              <a:buSzPct val="80000"/>
              <a:buFont typeface="Arial" panose="020B0604020202020204" pitchFamily="34" charset="0"/>
              <a:buChar char="•"/>
              <a:defRPr sz="1200"/>
            </a:lvl7pPr>
            <a:lvl8pPr marL="900000" indent="-180000">
              <a:spcBef>
                <a:spcPts val="0"/>
              </a:spcBef>
              <a:spcAft>
                <a:spcPts val="300"/>
              </a:spcAft>
              <a:buSzPct val="80000"/>
              <a:buFont typeface="Arial" panose="020B0604020202020204" pitchFamily="34" charset="0"/>
              <a:buChar char="•"/>
              <a:defRPr sz="1200"/>
            </a:lvl8pPr>
            <a:lvl9pPr marL="900000" indent="-180000">
              <a:spcBef>
                <a:spcPts val="0"/>
              </a:spcBef>
              <a:spcAft>
                <a:spcPts val="300"/>
              </a:spcAft>
              <a:buSzPct val="80000"/>
              <a:buFont typeface="Arial" panose="020B0604020202020204" pitchFamily="34" charset="0"/>
              <a:buChar char="•"/>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479376" y="1557338"/>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6240463" y="1917000"/>
            <a:ext cx="5472162" cy="4104000"/>
          </a:xfrm>
        </p:spPr>
        <p:txBody>
          <a:bodyPr/>
          <a:lstStyle>
            <a:lvl1pPr marL="171450" indent="-171450">
              <a:spcBef>
                <a:spcPts val="0"/>
              </a:spcBef>
              <a:spcAft>
                <a:spcPts val="300"/>
              </a:spcAft>
              <a:buFont typeface="Arial" panose="020B0604020202020204" pitchFamily="34" charset="0"/>
              <a:buChar char="•"/>
              <a:defRPr sz="1200" b="0">
                <a:solidFill>
                  <a:schemeClr val="tx1"/>
                </a:solidFill>
              </a:defRPr>
            </a:lvl1pPr>
            <a:lvl2pPr marL="180000" indent="-180000">
              <a:spcBef>
                <a:spcPts val="0"/>
              </a:spcBef>
              <a:spcAft>
                <a:spcPts val="300"/>
              </a:spcAft>
              <a:buSzPct val="80000"/>
              <a:buFont typeface="Arial" panose="020B0604020202020204" pitchFamily="34" charset="0"/>
              <a:buChar char="•"/>
              <a:defRPr sz="1200"/>
            </a:lvl2pPr>
            <a:lvl3pPr marL="360000" indent="-180000">
              <a:spcBef>
                <a:spcPts val="0"/>
              </a:spcBef>
              <a:spcAft>
                <a:spcPts val="300"/>
              </a:spcAft>
              <a:buSzPct val="80000"/>
              <a:buFont typeface="Arial" panose="020B0604020202020204" pitchFamily="34" charset="0"/>
              <a:buChar char="•"/>
              <a:defRPr sz="1200"/>
            </a:lvl3pPr>
            <a:lvl4pPr marL="540000" indent="-180000">
              <a:spcBef>
                <a:spcPts val="0"/>
              </a:spcBef>
              <a:spcAft>
                <a:spcPts val="300"/>
              </a:spcAft>
              <a:buSzPct val="80000"/>
              <a:buFont typeface="Arial" panose="020B0604020202020204" pitchFamily="34" charset="0"/>
              <a:buChar char="•"/>
              <a:defRPr sz="1200"/>
            </a:lvl4pPr>
            <a:lvl5pPr marL="720000" indent="-180000">
              <a:spcBef>
                <a:spcPts val="0"/>
              </a:spcBef>
              <a:spcAft>
                <a:spcPts val="300"/>
              </a:spcAft>
              <a:buSzPct val="80000"/>
              <a:buFont typeface="Arial" panose="020B0604020202020204" pitchFamily="34" charset="0"/>
              <a:buChar char="•"/>
              <a:defRPr sz="1200"/>
            </a:lvl5pPr>
            <a:lvl6pPr marL="900000" indent="-180000">
              <a:spcBef>
                <a:spcPts val="0"/>
              </a:spcBef>
              <a:spcAft>
                <a:spcPts val="300"/>
              </a:spcAft>
              <a:buSzPct val="80000"/>
              <a:buFont typeface="Arial" panose="020B0604020202020204" pitchFamily="34" charset="0"/>
              <a:buChar char="•"/>
              <a:defRPr sz="1200"/>
            </a:lvl6pPr>
            <a:lvl7pPr marL="900000" indent="-180000">
              <a:spcBef>
                <a:spcPts val="0"/>
              </a:spcBef>
              <a:spcAft>
                <a:spcPts val="300"/>
              </a:spcAft>
              <a:buSzPct val="80000"/>
              <a:buFont typeface="Arial" panose="020B0604020202020204" pitchFamily="34" charset="0"/>
              <a:buChar char="•"/>
              <a:defRPr sz="1200"/>
            </a:lvl7pPr>
            <a:lvl8pPr marL="900000" indent="-180000">
              <a:spcBef>
                <a:spcPts val="0"/>
              </a:spcBef>
              <a:spcAft>
                <a:spcPts val="300"/>
              </a:spcAft>
              <a:buSzPct val="80000"/>
              <a:buFont typeface="Arial" panose="020B0604020202020204" pitchFamily="34" charset="0"/>
              <a:buChar char="•"/>
              <a:defRPr sz="1200"/>
            </a:lvl8pPr>
            <a:lvl9pPr marL="900000" indent="-180000">
              <a:spcBef>
                <a:spcPts val="0"/>
              </a:spcBef>
              <a:spcAft>
                <a:spcPts val="300"/>
              </a:spcAft>
              <a:buSzPct val="80000"/>
              <a:buFont typeface="Arial" panose="020B0604020202020204" pitchFamily="34" charset="0"/>
              <a:buChar char="•"/>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18" hasCustomPrompt="1"/>
          </p:nvPr>
        </p:nvSpPr>
        <p:spPr>
          <a:xfrm>
            <a:off x="6240463" y="1557338"/>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9"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164987134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picture and text">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12" name="Titel 11"/>
          <p:cNvSpPr>
            <a:spLocks noGrp="1"/>
          </p:cNvSpPr>
          <p:nvPr>
            <p:ph type="title" hasCustomPrompt="1"/>
          </p:nvPr>
        </p:nvSpPr>
        <p:spPr bwMode="gray"/>
        <p:txBody>
          <a:bodyPr/>
          <a:lstStyle>
            <a:lvl1pPr>
              <a:spcBef>
                <a:spcPts val="0"/>
              </a:spcBef>
              <a:spcAft>
                <a:spcPts val="600"/>
              </a:spcAft>
              <a:defRPr/>
            </a:lvl1pPr>
          </a:lstStyle>
          <a:p>
            <a:r>
              <a:rPr lang="en-US" noProof="0"/>
              <a:t>Headline</a:t>
            </a:r>
          </a:p>
        </p:txBody>
      </p:sp>
      <p:sp>
        <p:nvSpPr>
          <p:cNvPr id="11" name="Bildplatzhalter 10">
            <a:extLst>
              <a:ext uri="{FF2B5EF4-FFF2-40B4-BE49-F238E27FC236}">
                <a16:creationId xmlns:a16="http://schemas.microsoft.com/office/drawing/2014/main" id="{8ED24D80-C954-41AD-84FB-8CE8AFC7B9DB}"/>
              </a:ext>
            </a:extLst>
          </p:cNvPr>
          <p:cNvSpPr>
            <a:spLocks noGrp="1"/>
          </p:cNvSpPr>
          <p:nvPr>
            <p:ph type="pic" sz="quarter" idx="14" hasCustomPrompt="1"/>
          </p:nvPr>
        </p:nvSpPr>
        <p:spPr bwMode="gray">
          <a:xfrm>
            <a:off x="479376" y="1556172"/>
            <a:ext cx="7416849" cy="4464000"/>
          </a:xfrm>
          <a:prstGeom prst="snip1Rect">
            <a:avLst>
              <a:gd name="adj" fmla="val 0"/>
            </a:avLst>
          </a:prstGeom>
          <a:solidFill>
            <a:schemeClr val="tx2"/>
          </a:solidFill>
        </p:spPr>
        <p:txBody>
          <a:bodyPr wrap="square" bIns="1296000" anchor="ctr">
            <a:noAutofit/>
          </a:bodyPr>
          <a:lstStyle>
            <a:lvl1pPr algn="ctr">
              <a:lnSpc>
                <a:spcPct val="100000"/>
              </a:lnSpc>
              <a:spcBef>
                <a:spcPts val="0"/>
              </a:spcBef>
              <a:spcAft>
                <a:spcPts val="600"/>
              </a:spcAft>
              <a:defRPr sz="1200" b="0" i="0" baseline="0">
                <a:solidFill>
                  <a:schemeClr val="tx1"/>
                </a:solidFill>
              </a:defRPr>
            </a:lvl1pPr>
          </a:lstStyle>
          <a:p>
            <a:r>
              <a:rPr lang="en-US" noProof="0"/>
              <a:t>Please click icon </a:t>
            </a:r>
            <a:br>
              <a:rPr lang="en-US" noProof="0"/>
            </a:br>
            <a:r>
              <a:rPr lang="en-US" noProof="0"/>
              <a:t>to insert picture</a:t>
            </a:r>
          </a:p>
        </p:txBody>
      </p:sp>
      <p:sp>
        <p:nvSpPr>
          <p:cNvPr id="7" name="Inhaltsplatzhalter 2"/>
          <p:cNvSpPr>
            <a:spLocks noGrp="1"/>
          </p:cNvSpPr>
          <p:nvPr>
            <p:ph idx="19" hasCustomPrompt="1"/>
          </p:nvPr>
        </p:nvSpPr>
        <p:spPr bwMode="gray">
          <a:xfrm>
            <a:off x="8112000" y="1917000"/>
            <a:ext cx="3600499"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20" hasCustomPrompt="1"/>
          </p:nvPr>
        </p:nvSpPr>
        <p:spPr>
          <a:xfrm>
            <a:off x="8112000" y="1557000"/>
            <a:ext cx="3600499"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9"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3911512348"/>
      </p:ext>
    </p:extLst>
  </p:cSld>
  <p:clrMapOvr>
    <a:masterClrMapping/>
  </p:clrMapOvr>
  <p:extLst>
    <p:ext uri="{DCECCB84-F9BA-43D5-87BE-67443E8EF086}">
      <p15:sldGuideLst xmlns:p15="http://schemas.microsoft.com/office/powerpoint/2012/main">
        <p15:guide id="1" pos="4974">
          <p15:clr>
            <a:srgbClr val="5ACBF0"/>
          </p15:clr>
        </p15:guide>
        <p15:guide id="2" pos="511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spcBef>
                <a:spcPts val="0"/>
              </a:spcBef>
              <a:spcAft>
                <a:spcPts val="600"/>
              </a:spcAft>
              <a:defRPr/>
            </a:lvl1pPr>
          </a:lstStyle>
          <a:p>
            <a:r>
              <a:rPr lang="en-US" noProof="0"/>
              <a:t>Headline</a:t>
            </a:r>
          </a:p>
        </p:txBody>
      </p:sp>
      <p:sp>
        <p:nvSpPr>
          <p:cNvPr id="7" name="Foliennummernplatzhalter 6"/>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11" name="Bildplatzhalter 10">
            <a:extLst>
              <a:ext uri="{FF2B5EF4-FFF2-40B4-BE49-F238E27FC236}">
                <a16:creationId xmlns:a16="http://schemas.microsoft.com/office/drawing/2014/main" id="{073DB4D9-965F-4EE7-BB67-A840BCBDC12F}"/>
              </a:ext>
            </a:extLst>
          </p:cNvPr>
          <p:cNvSpPr>
            <a:spLocks noGrp="1"/>
          </p:cNvSpPr>
          <p:nvPr>
            <p:ph type="pic" sz="quarter" idx="13" hasCustomPrompt="1"/>
          </p:nvPr>
        </p:nvSpPr>
        <p:spPr bwMode="gray">
          <a:xfrm>
            <a:off x="6240015" y="1556792"/>
            <a:ext cx="5472000" cy="4464000"/>
          </a:xfrm>
          <a:prstGeom prst="snip1Rect">
            <a:avLst>
              <a:gd name="adj" fmla="val 0"/>
            </a:avLst>
          </a:prstGeom>
          <a:solidFill>
            <a:schemeClr val="tx2"/>
          </a:solidFill>
        </p:spPr>
        <p:txBody>
          <a:bodyPr wrap="square" bIns="1296000" anchor="ctr">
            <a:noAutofit/>
          </a:bodyPr>
          <a:lstStyle>
            <a:lvl1pPr algn="ctr">
              <a:lnSpc>
                <a:spcPct val="100000"/>
              </a:lnSpc>
              <a:spcBef>
                <a:spcPts val="0"/>
              </a:spcBef>
              <a:spcAft>
                <a:spcPts val="600"/>
              </a:spcAft>
              <a:defRPr sz="1200" b="0" i="0" baseline="0">
                <a:solidFill>
                  <a:schemeClr val="tx1"/>
                </a:solidFill>
              </a:defRPr>
            </a:lvl1pPr>
          </a:lstStyle>
          <a:p>
            <a:r>
              <a:rPr lang="en-US" noProof="0"/>
              <a:t>Please click icon </a:t>
            </a:r>
            <a:br>
              <a:rPr lang="en-US" noProof="0"/>
            </a:br>
            <a:r>
              <a:rPr lang="en-US" noProof="0"/>
              <a:t>to insert picture</a:t>
            </a:r>
          </a:p>
        </p:txBody>
      </p:sp>
      <p:sp>
        <p:nvSpPr>
          <p:cNvPr id="8" name="Inhaltsplatzhalter 2"/>
          <p:cNvSpPr>
            <a:spLocks noGrp="1"/>
          </p:cNvSpPr>
          <p:nvPr>
            <p:ph idx="19" hasCustomPrompt="1"/>
          </p:nvPr>
        </p:nvSpPr>
        <p:spPr bwMode="gray">
          <a:xfrm>
            <a:off x="480000" y="1916612"/>
            <a:ext cx="5472162" cy="4104388"/>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9" name="Textplatzhalter 4"/>
          <p:cNvSpPr>
            <a:spLocks noGrp="1"/>
          </p:cNvSpPr>
          <p:nvPr>
            <p:ph type="body" sz="quarter" idx="20" hasCustomPrompt="1"/>
          </p:nvPr>
        </p:nvSpPr>
        <p:spPr>
          <a:xfrm>
            <a:off x="479376" y="1557338"/>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2"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36604280"/>
      </p:ext>
    </p:extLst>
  </p:cSld>
  <p:clrMapOvr>
    <a:masterClrMapping/>
  </p:clrMapOvr>
  <p:extLst>
    <p:ext uri="{DCECCB84-F9BA-43D5-87BE-67443E8EF086}">
      <p15:sldGuideLst xmlns:p15="http://schemas.microsoft.com/office/powerpoint/2012/main">
        <p15:guide id="1" pos="3931" userDrawn="1">
          <p15:clr>
            <a:srgbClr val="5ACBF0"/>
          </p15:clr>
        </p15:guide>
        <p15:guide id="2" pos="3749"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s abov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1917000"/>
            <a:ext cx="11232000"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479376" y="1557338"/>
            <a:ext cx="1123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480000" y="4221000"/>
            <a:ext cx="11232000"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8" name="Textplatzhalter 4"/>
          <p:cNvSpPr>
            <a:spLocks noGrp="1"/>
          </p:cNvSpPr>
          <p:nvPr>
            <p:ph type="body" sz="quarter" idx="18" hasCustomPrompt="1"/>
          </p:nvPr>
        </p:nvSpPr>
        <p:spPr>
          <a:xfrm>
            <a:off x="480000" y="3861338"/>
            <a:ext cx="1123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9"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129083570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and picture abov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3356662"/>
            <a:ext cx="5472162"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479376" y="2997000"/>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6240463" y="3356662"/>
            <a:ext cx="5472162"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18" hasCustomPrompt="1"/>
          </p:nvPr>
        </p:nvSpPr>
        <p:spPr>
          <a:xfrm>
            <a:off x="6240463" y="2997000"/>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4" name="Bildplatzhalter 3"/>
          <p:cNvSpPr>
            <a:spLocks noGrp="1"/>
          </p:cNvSpPr>
          <p:nvPr>
            <p:ph type="pic" sz="quarter" idx="19" hasCustomPrompt="1"/>
          </p:nvPr>
        </p:nvSpPr>
        <p:spPr>
          <a:xfrm>
            <a:off x="479425" y="1557338"/>
            <a:ext cx="5472113"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2" name="Bildplatzhalter 3"/>
          <p:cNvSpPr>
            <a:spLocks noGrp="1"/>
          </p:cNvSpPr>
          <p:nvPr>
            <p:ph type="pic" sz="quarter" idx="20" hasCustomPrompt="1"/>
          </p:nvPr>
        </p:nvSpPr>
        <p:spPr>
          <a:xfrm>
            <a:off x="6240000" y="1557338"/>
            <a:ext cx="5472113"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3"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355918390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1917000"/>
            <a:ext cx="3600499"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4296000" y="1917000"/>
            <a:ext cx="3600499"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18" hasCustomPrompt="1"/>
          </p:nvPr>
        </p:nvSpPr>
        <p:spPr>
          <a:xfrm>
            <a:off x="4296000" y="1557000"/>
            <a:ext cx="3600499" cy="288000"/>
          </a:xfrm>
        </p:spPr>
        <p:txBody>
          <a:bodyPr anchor="b"/>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9" name="Inhaltsplatzhalter 2"/>
          <p:cNvSpPr>
            <a:spLocks noGrp="1"/>
          </p:cNvSpPr>
          <p:nvPr>
            <p:ph idx="19" hasCustomPrompt="1"/>
          </p:nvPr>
        </p:nvSpPr>
        <p:spPr bwMode="gray">
          <a:xfrm>
            <a:off x="8112000" y="1917000"/>
            <a:ext cx="3600499"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0" name="Textplatzhalter 4"/>
          <p:cNvSpPr>
            <a:spLocks noGrp="1"/>
          </p:cNvSpPr>
          <p:nvPr>
            <p:ph type="body" sz="quarter" idx="20" hasCustomPrompt="1"/>
          </p:nvPr>
        </p:nvSpPr>
        <p:spPr>
          <a:xfrm>
            <a:off x="8112000" y="1557000"/>
            <a:ext cx="3600499" cy="288000"/>
          </a:xfrm>
        </p:spPr>
        <p:txBody>
          <a:bodyPr anchor="b"/>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2"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
        <p:nvSpPr>
          <p:cNvPr id="13" name="Textplatzhalter 4"/>
          <p:cNvSpPr>
            <a:spLocks noGrp="1"/>
          </p:cNvSpPr>
          <p:nvPr>
            <p:ph type="body" sz="quarter" idx="15" hasCustomPrompt="1"/>
          </p:nvPr>
        </p:nvSpPr>
        <p:spPr>
          <a:xfrm>
            <a:off x="479376" y="1557338"/>
            <a:ext cx="3600499" cy="288000"/>
          </a:xfrm>
        </p:spPr>
        <p:txBody>
          <a:bodyPr anchor="b"/>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Tree>
    <p:extLst>
      <p:ext uri="{BB962C8B-B14F-4D97-AF65-F5344CB8AC3E}">
        <p14:creationId xmlns:p14="http://schemas.microsoft.com/office/powerpoint/2010/main" val="324764066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s in two columns (1)">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80000" y="1917000"/>
            <a:ext cx="5472162"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479376" y="1557338"/>
            <a:ext cx="5472162" cy="288000"/>
          </a:xfrm>
        </p:spPr>
        <p:txBody>
          <a:bodyPr anchor="b"/>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480000" y="4221000"/>
            <a:ext cx="5472162"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9" name="Inhaltsplatzhalter 2"/>
          <p:cNvSpPr>
            <a:spLocks noGrp="1"/>
          </p:cNvSpPr>
          <p:nvPr>
            <p:ph idx="19" hasCustomPrompt="1"/>
          </p:nvPr>
        </p:nvSpPr>
        <p:spPr bwMode="gray">
          <a:xfrm>
            <a:off x="6240000" y="1917000"/>
            <a:ext cx="5472162" cy="4104388"/>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0" name="Textplatzhalter 4"/>
          <p:cNvSpPr>
            <a:spLocks noGrp="1"/>
          </p:cNvSpPr>
          <p:nvPr>
            <p:ph type="body" sz="quarter" idx="20" hasCustomPrompt="1"/>
          </p:nvPr>
        </p:nvSpPr>
        <p:spPr>
          <a:xfrm>
            <a:off x="6240000" y="1557000"/>
            <a:ext cx="5472162" cy="288000"/>
          </a:xfrm>
        </p:spPr>
        <p:txBody>
          <a:bodyPr anchor="b"/>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2" name="Textplatzhalter 15"/>
          <p:cNvSpPr>
            <a:spLocks noGrp="1"/>
          </p:cNvSpPr>
          <p:nvPr>
            <p:ph type="body" sz="quarter" idx="16" hasCustomPrompt="1"/>
          </p:nvPr>
        </p:nvSpPr>
        <p:spPr>
          <a:xfrm>
            <a:off x="479425" y="3861000"/>
            <a:ext cx="5472113" cy="288925"/>
          </a:xfrm>
        </p:spPr>
        <p:txBody>
          <a:bodyPr anchor="b"/>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sz="1400" b="1">
                <a:solidFill>
                  <a:schemeClr val="bg2"/>
                </a:solidFill>
              </a:defRPr>
            </a:lvl2pPr>
            <a:lvl3pPr marL="0" indent="0">
              <a:buFont typeface="Arial" panose="020B0604020202020204" pitchFamily="34" charset="0"/>
              <a:buNone/>
              <a:defRPr sz="1400" b="1">
                <a:solidFill>
                  <a:schemeClr val="bg2"/>
                </a:solidFill>
              </a:defRPr>
            </a:lvl3pPr>
            <a:lvl4pPr marL="0" indent="0">
              <a:buFont typeface="Arial" panose="020B0604020202020204" pitchFamily="34" charset="0"/>
              <a:buNone/>
              <a:defRPr sz="1400" b="1">
                <a:solidFill>
                  <a:schemeClr val="bg2"/>
                </a:solidFill>
              </a:defRPr>
            </a:lvl4pPr>
            <a:lvl5pPr marL="0" indent="0">
              <a:buFont typeface="Arial" panose="020B0604020202020204" pitchFamily="34" charset="0"/>
              <a:buNone/>
              <a:defRPr sz="1400" b="1">
                <a:solidFill>
                  <a:schemeClr val="bg2"/>
                </a:solidFill>
              </a:defRPr>
            </a:lvl5pPr>
            <a:lvl6pPr marL="0" indent="0">
              <a:buNone/>
              <a:defRPr sz="1400" b="1">
                <a:solidFill>
                  <a:schemeClr val="bg2"/>
                </a:solidFill>
              </a:defRPr>
            </a:lvl6pPr>
            <a:lvl7pPr marL="0" indent="0">
              <a:buNone/>
              <a:defRPr sz="1400" b="1">
                <a:solidFill>
                  <a:schemeClr val="bg2"/>
                </a:solidFill>
              </a:defRPr>
            </a:lvl7pPr>
            <a:lvl8pPr marL="0" indent="0">
              <a:buNone/>
              <a:defRPr sz="1400" b="1">
                <a:solidFill>
                  <a:schemeClr val="bg2"/>
                </a:solidFill>
              </a:defRPr>
            </a:lvl8pPr>
            <a:lvl9pPr marL="0" indent="0">
              <a:buNone/>
              <a:defRPr sz="1400" b="1">
                <a:solidFill>
                  <a:schemeClr val="bg2"/>
                </a:solidFill>
              </a:defRPr>
            </a:lvl9pPr>
          </a:lstStyle>
          <a:p>
            <a:pPr lvl="0"/>
            <a:r>
              <a:rPr lang="en-US" noProof="0"/>
              <a:t>Subtitle</a:t>
            </a:r>
          </a:p>
        </p:txBody>
      </p:sp>
      <p:sp>
        <p:nvSpPr>
          <p:cNvPr id="13" name="Textplatzhalter 15"/>
          <p:cNvSpPr>
            <a:spLocks noGrp="1"/>
          </p:cNvSpPr>
          <p:nvPr>
            <p:ph type="body" sz="quarter" idx="21"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334648046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ntents in two columns (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6239838" y="1917000"/>
            <a:ext cx="5472162"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6240000" y="1557338"/>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6239838" y="4221000"/>
            <a:ext cx="5472162"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12" name="Textplatzhalter 15"/>
          <p:cNvSpPr>
            <a:spLocks noGrp="1"/>
          </p:cNvSpPr>
          <p:nvPr>
            <p:ph type="body" sz="quarter" idx="16" hasCustomPrompt="1"/>
          </p:nvPr>
        </p:nvSpPr>
        <p:spPr>
          <a:xfrm>
            <a:off x="6239263" y="3861000"/>
            <a:ext cx="5472113" cy="288925"/>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sz="1400" b="1">
                <a:solidFill>
                  <a:schemeClr val="bg2"/>
                </a:solidFill>
              </a:defRPr>
            </a:lvl2pPr>
            <a:lvl3pPr marL="0" indent="0">
              <a:buFont typeface="Arial" panose="020B0604020202020204" pitchFamily="34" charset="0"/>
              <a:buNone/>
              <a:defRPr sz="1400" b="1">
                <a:solidFill>
                  <a:schemeClr val="bg2"/>
                </a:solidFill>
              </a:defRPr>
            </a:lvl3pPr>
            <a:lvl4pPr marL="0" indent="0">
              <a:buFont typeface="Arial" panose="020B0604020202020204" pitchFamily="34" charset="0"/>
              <a:buNone/>
              <a:defRPr sz="1400" b="1">
                <a:solidFill>
                  <a:schemeClr val="bg2"/>
                </a:solidFill>
              </a:defRPr>
            </a:lvl4pPr>
            <a:lvl5pPr marL="0" indent="0">
              <a:buFont typeface="Arial" panose="020B0604020202020204" pitchFamily="34" charset="0"/>
              <a:buNone/>
              <a:defRPr sz="1400" b="1">
                <a:solidFill>
                  <a:schemeClr val="bg2"/>
                </a:solidFill>
              </a:defRPr>
            </a:lvl5pPr>
            <a:lvl6pPr marL="0" indent="0">
              <a:buNone/>
              <a:defRPr sz="1400" b="1">
                <a:solidFill>
                  <a:schemeClr val="bg2"/>
                </a:solidFill>
              </a:defRPr>
            </a:lvl6pPr>
            <a:lvl7pPr marL="0" indent="0">
              <a:buNone/>
              <a:defRPr sz="1400" b="1">
                <a:solidFill>
                  <a:schemeClr val="bg2"/>
                </a:solidFill>
              </a:defRPr>
            </a:lvl7pPr>
            <a:lvl8pPr marL="0" indent="0">
              <a:buNone/>
              <a:defRPr sz="1400" b="1">
                <a:solidFill>
                  <a:schemeClr val="bg2"/>
                </a:solidFill>
              </a:defRPr>
            </a:lvl8pPr>
            <a:lvl9pPr marL="0" indent="0">
              <a:buNone/>
              <a:defRPr sz="1400" b="1">
                <a:solidFill>
                  <a:schemeClr val="bg2"/>
                </a:solidFill>
              </a:defRPr>
            </a:lvl9pPr>
          </a:lstStyle>
          <a:p>
            <a:pPr lvl="0"/>
            <a:r>
              <a:rPr lang="en-US" noProof="0"/>
              <a:t>Subtitle</a:t>
            </a:r>
          </a:p>
        </p:txBody>
      </p:sp>
      <p:sp>
        <p:nvSpPr>
          <p:cNvPr id="13" name="Inhaltsplatzhalter 2"/>
          <p:cNvSpPr>
            <a:spLocks noGrp="1"/>
          </p:cNvSpPr>
          <p:nvPr>
            <p:ph idx="19" hasCustomPrompt="1"/>
          </p:nvPr>
        </p:nvSpPr>
        <p:spPr bwMode="gray">
          <a:xfrm>
            <a:off x="480000" y="1916612"/>
            <a:ext cx="5472162" cy="4104388"/>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5" name="Textplatzhalter 4"/>
          <p:cNvSpPr>
            <a:spLocks noGrp="1"/>
          </p:cNvSpPr>
          <p:nvPr>
            <p:ph type="body" sz="quarter" idx="20" hasCustomPrompt="1"/>
          </p:nvPr>
        </p:nvSpPr>
        <p:spPr>
          <a:xfrm>
            <a:off x="479376" y="1557338"/>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dirty="0"/>
              <a:t>Subtitle</a:t>
            </a:r>
          </a:p>
        </p:txBody>
      </p:sp>
      <p:sp>
        <p:nvSpPr>
          <p:cNvPr id="14" name="Textplatzhalter 15"/>
          <p:cNvSpPr>
            <a:spLocks noGrp="1"/>
          </p:cNvSpPr>
          <p:nvPr>
            <p:ph type="body" sz="quarter" idx="21"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71253822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s and picture abov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3356662"/>
            <a:ext cx="3600000"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479376" y="2997000"/>
            <a:ext cx="3600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4296000" y="3356662"/>
            <a:ext cx="3600000"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18" hasCustomPrompt="1"/>
          </p:nvPr>
        </p:nvSpPr>
        <p:spPr>
          <a:xfrm>
            <a:off x="4296000" y="2997000"/>
            <a:ext cx="3600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4" name="Bildplatzhalter 3"/>
          <p:cNvSpPr>
            <a:spLocks noGrp="1"/>
          </p:cNvSpPr>
          <p:nvPr>
            <p:ph type="pic" sz="quarter" idx="19" hasCustomPrompt="1"/>
          </p:nvPr>
        </p:nvSpPr>
        <p:spPr>
          <a:xfrm>
            <a:off x="479425" y="1557338"/>
            <a:ext cx="3600000"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2" name="Bildplatzhalter 3"/>
          <p:cNvSpPr>
            <a:spLocks noGrp="1"/>
          </p:cNvSpPr>
          <p:nvPr>
            <p:ph type="pic" sz="quarter" idx="20" hasCustomPrompt="1"/>
          </p:nvPr>
        </p:nvSpPr>
        <p:spPr>
          <a:xfrm>
            <a:off x="4295537" y="1557338"/>
            <a:ext cx="3600000"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3" name="Inhaltsplatzhalter 2"/>
          <p:cNvSpPr>
            <a:spLocks noGrp="1"/>
          </p:cNvSpPr>
          <p:nvPr>
            <p:ph idx="21" hasCustomPrompt="1"/>
          </p:nvPr>
        </p:nvSpPr>
        <p:spPr bwMode="gray">
          <a:xfrm>
            <a:off x="8112000" y="3356324"/>
            <a:ext cx="3600000"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4" name="Textplatzhalter 4"/>
          <p:cNvSpPr>
            <a:spLocks noGrp="1"/>
          </p:cNvSpPr>
          <p:nvPr>
            <p:ph type="body" sz="quarter" idx="22" hasCustomPrompt="1"/>
          </p:nvPr>
        </p:nvSpPr>
        <p:spPr>
          <a:xfrm>
            <a:off x="8112000" y="2996662"/>
            <a:ext cx="3600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5" name="Bildplatzhalter 3"/>
          <p:cNvSpPr>
            <a:spLocks noGrp="1"/>
          </p:cNvSpPr>
          <p:nvPr>
            <p:ph type="pic" sz="quarter" idx="23" hasCustomPrompt="1"/>
          </p:nvPr>
        </p:nvSpPr>
        <p:spPr>
          <a:xfrm>
            <a:off x="8111537" y="1557000"/>
            <a:ext cx="3600000"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7"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336743200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1917000"/>
            <a:ext cx="2592000"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3360000" y="1917000"/>
            <a:ext cx="2592000"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18" hasCustomPrompt="1"/>
          </p:nvPr>
        </p:nvSpPr>
        <p:spPr>
          <a:xfrm>
            <a:off x="3360000" y="1557000"/>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9" name="Inhaltsplatzhalter 2"/>
          <p:cNvSpPr>
            <a:spLocks noGrp="1"/>
          </p:cNvSpPr>
          <p:nvPr>
            <p:ph idx="19" hasCustomPrompt="1"/>
          </p:nvPr>
        </p:nvSpPr>
        <p:spPr bwMode="gray">
          <a:xfrm>
            <a:off x="6240000" y="1917000"/>
            <a:ext cx="2592000"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0" name="Textplatzhalter 4"/>
          <p:cNvSpPr>
            <a:spLocks noGrp="1"/>
          </p:cNvSpPr>
          <p:nvPr>
            <p:ph type="body" sz="quarter" idx="20" hasCustomPrompt="1"/>
          </p:nvPr>
        </p:nvSpPr>
        <p:spPr>
          <a:xfrm>
            <a:off x="6240000" y="1557000"/>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2" name="Inhaltsplatzhalter 2"/>
          <p:cNvSpPr>
            <a:spLocks noGrp="1"/>
          </p:cNvSpPr>
          <p:nvPr>
            <p:ph idx="21" hasCustomPrompt="1"/>
          </p:nvPr>
        </p:nvSpPr>
        <p:spPr bwMode="gray">
          <a:xfrm>
            <a:off x="9120000" y="1917000"/>
            <a:ext cx="2592000"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3" name="Textplatzhalter 4"/>
          <p:cNvSpPr>
            <a:spLocks noGrp="1"/>
          </p:cNvSpPr>
          <p:nvPr>
            <p:ph type="body" sz="quarter" idx="22" hasCustomPrompt="1"/>
          </p:nvPr>
        </p:nvSpPr>
        <p:spPr>
          <a:xfrm>
            <a:off x="9120000" y="1557000"/>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4"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
        <p:nvSpPr>
          <p:cNvPr id="15" name="Textplatzhalter 4"/>
          <p:cNvSpPr>
            <a:spLocks noGrp="1"/>
          </p:cNvSpPr>
          <p:nvPr>
            <p:ph type="body" sz="quarter" idx="15" hasCustomPrompt="1"/>
          </p:nvPr>
        </p:nvSpPr>
        <p:spPr>
          <a:xfrm>
            <a:off x="479376" y="1557338"/>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Tree>
    <p:extLst>
      <p:ext uri="{BB962C8B-B14F-4D97-AF65-F5344CB8AC3E}">
        <p14:creationId xmlns:p14="http://schemas.microsoft.com/office/powerpoint/2010/main" val="214902172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contents in two columns">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6239838" y="1917000"/>
            <a:ext cx="5472162"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6240000" y="1557338"/>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6239838" y="4221000"/>
            <a:ext cx="5472162"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12" name="Textplatzhalter 15"/>
          <p:cNvSpPr>
            <a:spLocks noGrp="1"/>
          </p:cNvSpPr>
          <p:nvPr>
            <p:ph type="body" sz="quarter" idx="16" hasCustomPrompt="1"/>
          </p:nvPr>
        </p:nvSpPr>
        <p:spPr>
          <a:xfrm>
            <a:off x="6239263" y="3861000"/>
            <a:ext cx="5472113" cy="288925"/>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sz="1400" b="1">
                <a:solidFill>
                  <a:schemeClr val="bg2"/>
                </a:solidFill>
              </a:defRPr>
            </a:lvl2pPr>
            <a:lvl3pPr marL="0" indent="0">
              <a:buFont typeface="Arial" panose="020B0604020202020204" pitchFamily="34" charset="0"/>
              <a:buNone/>
              <a:defRPr sz="1400" b="1">
                <a:solidFill>
                  <a:schemeClr val="bg2"/>
                </a:solidFill>
              </a:defRPr>
            </a:lvl3pPr>
            <a:lvl4pPr marL="0" indent="0">
              <a:buFont typeface="Arial" panose="020B0604020202020204" pitchFamily="34" charset="0"/>
              <a:buNone/>
              <a:defRPr sz="1400" b="1">
                <a:solidFill>
                  <a:schemeClr val="bg2"/>
                </a:solidFill>
              </a:defRPr>
            </a:lvl4pPr>
            <a:lvl5pPr marL="0" indent="0">
              <a:buFont typeface="Arial" panose="020B0604020202020204" pitchFamily="34" charset="0"/>
              <a:buNone/>
              <a:defRPr sz="1400" b="1">
                <a:solidFill>
                  <a:schemeClr val="bg2"/>
                </a:solidFill>
              </a:defRPr>
            </a:lvl5pPr>
            <a:lvl6pPr marL="0" indent="0">
              <a:buNone/>
              <a:defRPr sz="1400" b="1">
                <a:solidFill>
                  <a:schemeClr val="bg2"/>
                </a:solidFill>
              </a:defRPr>
            </a:lvl6pPr>
            <a:lvl7pPr marL="0" indent="0">
              <a:buNone/>
              <a:defRPr sz="1400" b="1">
                <a:solidFill>
                  <a:schemeClr val="bg2"/>
                </a:solidFill>
              </a:defRPr>
            </a:lvl7pPr>
            <a:lvl8pPr marL="0" indent="0">
              <a:buNone/>
              <a:defRPr sz="1400" b="1">
                <a:solidFill>
                  <a:schemeClr val="bg2"/>
                </a:solidFill>
              </a:defRPr>
            </a:lvl8pPr>
            <a:lvl9pPr marL="0" indent="0">
              <a:buNone/>
              <a:defRPr sz="1400" b="1">
                <a:solidFill>
                  <a:schemeClr val="bg2"/>
                </a:solidFill>
              </a:defRPr>
            </a:lvl9pPr>
          </a:lstStyle>
          <a:p>
            <a:pPr lvl="0"/>
            <a:r>
              <a:rPr lang="en-US" noProof="0"/>
              <a:t>Subtitle</a:t>
            </a:r>
          </a:p>
        </p:txBody>
      </p:sp>
      <p:sp>
        <p:nvSpPr>
          <p:cNvPr id="13" name="Inhaltsplatzhalter 2"/>
          <p:cNvSpPr>
            <a:spLocks noGrp="1"/>
          </p:cNvSpPr>
          <p:nvPr>
            <p:ph idx="19" hasCustomPrompt="1"/>
          </p:nvPr>
        </p:nvSpPr>
        <p:spPr bwMode="gray">
          <a:xfrm>
            <a:off x="480000" y="1916612"/>
            <a:ext cx="5472162" cy="1799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endParaRPr lang="en-US" noProof="0" dirty="0"/>
          </a:p>
        </p:txBody>
      </p:sp>
      <p:sp>
        <p:nvSpPr>
          <p:cNvPr id="15" name="Textplatzhalter 4"/>
          <p:cNvSpPr>
            <a:spLocks noGrp="1"/>
          </p:cNvSpPr>
          <p:nvPr>
            <p:ph type="body" sz="quarter" idx="20" hasCustomPrompt="1"/>
          </p:nvPr>
        </p:nvSpPr>
        <p:spPr>
          <a:xfrm>
            <a:off x="479376" y="1557338"/>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4" name="Inhaltsplatzhalter 2"/>
          <p:cNvSpPr>
            <a:spLocks noGrp="1"/>
          </p:cNvSpPr>
          <p:nvPr>
            <p:ph idx="22" hasCustomPrompt="1"/>
          </p:nvPr>
        </p:nvSpPr>
        <p:spPr bwMode="gray">
          <a:xfrm>
            <a:off x="480624" y="4221274"/>
            <a:ext cx="5472162" cy="1799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17" name="Textplatzhalter 4"/>
          <p:cNvSpPr>
            <a:spLocks noGrp="1"/>
          </p:cNvSpPr>
          <p:nvPr>
            <p:ph type="body" sz="quarter" idx="23" hasCustomPrompt="1"/>
          </p:nvPr>
        </p:nvSpPr>
        <p:spPr>
          <a:xfrm>
            <a:off x="480000" y="3862000"/>
            <a:ext cx="5472162"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8" name="Textplatzhalter 15"/>
          <p:cNvSpPr>
            <a:spLocks noGrp="1"/>
          </p:cNvSpPr>
          <p:nvPr>
            <p:ph type="body" sz="quarter" idx="24"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288870135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s and picture abov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3356662"/>
            <a:ext cx="2592000"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5" name="Textplatzhalter 4"/>
          <p:cNvSpPr>
            <a:spLocks noGrp="1"/>
          </p:cNvSpPr>
          <p:nvPr>
            <p:ph type="body" sz="quarter" idx="15" hasCustomPrompt="1"/>
          </p:nvPr>
        </p:nvSpPr>
        <p:spPr>
          <a:xfrm>
            <a:off x="479376" y="2997000"/>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3360000" y="3356662"/>
            <a:ext cx="2592000"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18" hasCustomPrompt="1"/>
          </p:nvPr>
        </p:nvSpPr>
        <p:spPr>
          <a:xfrm>
            <a:off x="3360000" y="2997000"/>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4" name="Bildplatzhalter 3"/>
          <p:cNvSpPr>
            <a:spLocks noGrp="1"/>
          </p:cNvSpPr>
          <p:nvPr>
            <p:ph type="pic" sz="quarter" idx="19" hasCustomPrompt="1"/>
          </p:nvPr>
        </p:nvSpPr>
        <p:spPr>
          <a:xfrm>
            <a:off x="479425" y="1557338"/>
            <a:ext cx="2592000"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2" name="Bildplatzhalter 3"/>
          <p:cNvSpPr>
            <a:spLocks noGrp="1"/>
          </p:cNvSpPr>
          <p:nvPr>
            <p:ph type="pic" sz="quarter" idx="20" hasCustomPrompt="1"/>
          </p:nvPr>
        </p:nvSpPr>
        <p:spPr>
          <a:xfrm>
            <a:off x="3359537" y="1557338"/>
            <a:ext cx="2592000"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3" name="Inhaltsplatzhalter 2"/>
          <p:cNvSpPr>
            <a:spLocks noGrp="1"/>
          </p:cNvSpPr>
          <p:nvPr>
            <p:ph idx="21" hasCustomPrompt="1"/>
          </p:nvPr>
        </p:nvSpPr>
        <p:spPr bwMode="gray">
          <a:xfrm>
            <a:off x="6240000" y="3356324"/>
            <a:ext cx="2592000"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4" name="Textplatzhalter 4"/>
          <p:cNvSpPr>
            <a:spLocks noGrp="1"/>
          </p:cNvSpPr>
          <p:nvPr>
            <p:ph type="body" sz="quarter" idx="22" hasCustomPrompt="1"/>
          </p:nvPr>
        </p:nvSpPr>
        <p:spPr>
          <a:xfrm>
            <a:off x="6240000" y="2996662"/>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5" name="Bildplatzhalter 3"/>
          <p:cNvSpPr>
            <a:spLocks noGrp="1"/>
          </p:cNvSpPr>
          <p:nvPr>
            <p:ph type="pic" sz="quarter" idx="23" hasCustomPrompt="1"/>
          </p:nvPr>
        </p:nvSpPr>
        <p:spPr>
          <a:xfrm>
            <a:off x="6240000" y="1557000"/>
            <a:ext cx="2592000"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17" name="Inhaltsplatzhalter 2"/>
          <p:cNvSpPr>
            <a:spLocks noGrp="1"/>
          </p:cNvSpPr>
          <p:nvPr>
            <p:ph idx="24" hasCustomPrompt="1"/>
          </p:nvPr>
        </p:nvSpPr>
        <p:spPr bwMode="gray">
          <a:xfrm>
            <a:off x="9120000" y="3356324"/>
            <a:ext cx="2592000" cy="2664726"/>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8" name="Textplatzhalter 4"/>
          <p:cNvSpPr>
            <a:spLocks noGrp="1"/>
          </p:cNvSpPr>
          <p:nvPr>
            <p:ph type="body" sz="quarter" idx="25" hasCustomPrompt="1"/>
          </p:nvPr>
        </p:nvSpPr>
        <p:spPr>
          <a:xfrm>
            <a:off x="9120000" y="2996662"/>
            <a:ext cx="259200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9" name="Bildplatzhalter 3"/>
          <p:cNvSpPr>
            <a:spLocks noGrp="1"/>
          </p:cNvSpPr>
          <p:nvPr>
            <p:ph type="pic" sz="quarter" idx="26" hasCustomPrompt="1"/>
          </p:nvPr>
        </p:nvSpPr>
        <p:spPr>
          <a:xfrm>
            <a:off x="9120000" y="1557000"/>
            <a:ext cx="2592000" cy="1368425"/>
          </a:xfrm>
          <a:solidFill>
            <a:schemeClr val="tx2"/>
          </a:solidFill>
        </p:spPr>
        <p:txBody>
          <a:bodyPr anchor="ctr"/>
          <a:lstStyle>
            <a:lvl1pPr algn="ctr">
              <a:spcBef>
                <a:spcPts val="0"/>
              </a:spcBef>
              <a:spcAft>
                <a:spcPts val="600"/>
              </a:spcAft>
              <a:defRPr sz="1200" b="0">
                <a:solidFill>
                  <a:schemeClr val="tx1"/>
                </a:solidFill>
              </a:defRPr>
            </a:lvl1pPr>
          </a:lstStyle>
          <a:p>
            <a:r>
              <a:rPr lang="en-US" noProof="0"/>
              <a:t>Please click icon </a:t>
            </a:r>
            <a:br>
              <a:rPr lang="en-US" noProof="0"/>
            </a:br>
            <a:r>
              <a:rPr lang="en-US" noProof="0"/>
              <a:t>to insert picture</a:t>
            </a:r>
          </a:p>
        </p:txBody>
      </p:sp>
      <p:sp>
        <p:nvSpPr>
          <p:cNvPr id="20"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55033538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ix contents in three columns">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376" y="1917000"/>
            <a:ext cx="3600499"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4296000" y="1917000"/>
            <a:ext cx="3600499"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8" name="Textplatzhalter 4"/>
          <p:cNvSpPr>
            <a:spLocks noGrp="1"/>
          </p:cNvSpPr>
          <p:nvPr>
            <p:ph type="body" sz="quarter" idx="18" hasCustomPrompt="1"/>
          </p:nvPr>
        </p:nvSpPr>
        <p:spPr>
          <a:xfrm>
            <a:off x="4296000" y="1557000"/>
            <a:ext cx="3600499"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9" name="Inhaltsplatzhalter 2"/>
          <p:cNvSpPr>
            <a:spLocks noGrp="1"/>
          </p:cNvSpPr>
          <p:nvPr>
            <p:ph idx="19" hasCustomPrompt="1"/>
          </p:nvPr>
        </p:nvSpPr>
        <p:spPr bwMode="gray">
          <a:xfrm>
            <a:off x="8112000" y="1917000"/>
            <a:ext cx="3600499"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10" name="Textplatzhalter 4"/>
          <p:cNvSpPr>
            <a:spLocks noGrp="1"/>
          </p:cNvSpPr>
          <p:nvPr>
            <p:ph type="body" sz="quarter" idx="20" hasCustomPrompt="1"/>
          </p:nvPr>
        </p:nvSpPr>
        <p:spPr>
          <a:xfrm>
            <a:off x="8112000" y="1557000"/>
            <a:ext cx="3600499"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2" name="Inhaltsplatzhalter 2"/>
          <p:cNvSpPr>
            <a:spLocks noGrp="1"/>
          </p:cNvSpPr>
          <p:nvPr>
            <p:ph idx="21" hasCustomPrompt="1"/>
          </p:nvPr>
        </p:nvSpPr>
        <p:spPr bwMode="gray">
          <a:xfrm>
            <a:off x="480000" y="4221000"/>
            <a:ext cx="3600499"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13" name="Textplatzhalter 4"/>
          <p:cNvSpPr>
            <a:spLocks noGrp="1"/>
          </p:cNvSpPr>
          <p:nvPr>
            <p:ph type="body" sz="quarter" idx="22" hasCustomPrompt="1"/>
          </p:nvPr>
        </p:nvSpPr>
        <p:spPr>
          <a:xfrm>
            <a:off x="480000" y="3861000"/>
            <a:ext cx="3600499"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4" name="Inhaltsplatzhalter 2"/>
          <p:cNvSpPr>
            <a:spLocks noGrp="1"/>
          </p:cNvSpPr>
          <p:nvPr>
            <p:ph idx="23" hasCustomPrompt="1"/>
          </p:nvPr>
        </p:nvSpPr>
        <p:spPr bwMode="gray">
          <a:xfrm>
            <a:off x="4296624" y="4221000"/>
            <a:ext cx="3600499"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endParaRPr lang="en-US" noProof="0" dirty="0"/>
          </a:p>
        </p:txBody>
      </p:sp>
      <p:sp>
        <p:nvSpPr>
          <p:cNvPr id="15" name="Textplatzhalter 4"/>
          <p:cNvSpPr>
            <a:spLocks noGrp="1"/>
          </p:cNvSpPr>
          <p:nvPr>
            <p:ph type="body" sz="quarter" idx="24" hasCustomPrompt="1"/>
          </p:nvPr>
        </p:nvSpPr>
        <p:spPr>
          <a:xfrm>
            <a:off x="4296624" y="3861000"/>
            <a:ext cx="3600499"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7" name="Inhaltsplatzhalter 2"/>
          <p:cNvSpPr>
            <a:spLocks noGrp="1"/>
          </p:cNvSpPr>
          <p:nvPr>
            <p:ph idx="25" hasCustomPrompt="1"/>
          </p:nvPr>
        </p:nvSpPr>
        <p:spPr bwMode="gray">
          <a:xfrm>
            <a:off x="8112624" y="4221000"/>
            <a:ext cx="3600499" cy="1800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dirty="0"/>
              <a:t>Content area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p:txBody>
      </p:sp>
      <p:sp>
        <p:nvSpPr>
          <p:cNvPr id="18" name="Textplatzhalter 4"/>
          <p:cNvSpPr>
            <a:spLocks noGrp="1"/>
          </p:cNvSpPr>
          <p:nvPr>
            <p:ph type="body" sz="quarter" idx="26" hasCustomPrompt="1"/>
          </p:nvPr>
        </p:nvSpPr>
        <p:spPr>
          <a:xfrm>
            <a:off x="8112624" y="3861000"/>
            <a:ext cx="3600499"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19"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
        <p:nvSpPr>
          <p:cNvPr id="20" name="Textplatzhalter 4"/>
          <p:cNvSpPr>
            <a:spLocks noGrp="1"/>
          </p:cNvSpPr>
          <p:nvPr>
            <p:ph type="body" sz="quarter" idx="15" hasCustomPrompt="1"/>
          </p:nvPr>
        </p:nvSpPr>
        <p:spPr>
          <a:xfrm>
            <a:off x="479376" y="1557338"/>
            <a:ext cx="3601123"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Tree>
    <p:extLst>
      <p:ext uri="{BB962C8B-B14F-4D97-AF65-F5344CB8AC3E}">
        <p14:creationId xmlns:p14="http://schemas.microsoft.com/office/powerpoint/2010/main" val="132965968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rvey flow ">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11" name="Titel 10"/>
          <p:cNvSpPr>
            <a:spLocks noGrp="1"/>
          </p:cNvSpPr>
          <p:nvPr>
            <p:ph type="title" hasCustomPrompt="1"/>
          </p:nvPr>
        </p:nvSpPr>
        <p:spPr/>
        <p:txBody>
          <a:bodyPr/>
          <a:lstStyle>
            <a:lvl1pPr>
              <a:spcBef>
                <a:spcPts val="0"/>
              </a:spcBef>
              <a:spcAft>
                <a:spcPts val="600"/>
              </a:spcAft>
              <a:defRPr/>
            </a:lvl1pPr>
          </a:lstStyle>
          <a:p>
            <a:r>
              <a:rPr lang="en-US" noProof="0"/>
              <a:t>Headline</a:t>
            </a:r>
          </a:p>
        </p:txBody>
      </p:sp>
      <p:sp>
        <p:nvSpPr>
          <p:cNvPr id="7" name="Inhaltsplatzhalter 2"/>
          <p:cNvSpPr>
            <a:spLocks noGrp="1"/>
          </p:cNvSpPr>
          <p:nvPr>
            <p:ph idx="17" hasCustomPrompt="1"/>
          </p:nvPr>
        </p:nvSpPr>
        <p:spPr bwMode="gray">
          <a:xfrm>
            <a:off x="4295775" y="1917000"/>
            <a:ext cx="7416850" cy="4104000"/>
          </a:xfrm>
        </p:spPr>
        <p:txBody>
          <a:bodyPr/>
          <a:lstStyle>
            <a:lvl1pPr>
              <a:spcBef>
                <a:spcPts val="0"/>
              </a:spcBef>
              <a:spcAft>
                <a:spcPts val="300"/>
              </a:spcAft>
              <a:defRPr sz="1200" b="0">
                <a:solidFill>
                  <a:schemeClr val="tx1"/>
                </a:solidFill>
              </a:defRPr>
            </a:lvl1pPr>
            <a:lvl2pPr marL="180000" indent="-180000">
              <a:spcBef>
                <a:spcPts val="0"/>
              </a:spcBef>
              <a:spcAft>
                <a:spcPts val="300"/>
              </a:spcAft>
              <a:buFont typeface="Arial" panose="020B0604020202020204" pitchFamily="34" charset="0"/>
              <a:buChar char="•"/>
              <a:defRPr sz="1200"/>
            </a:lvl2pPr>
            <a:lvl3pPr marL="360000" indent="-180000">
              <a:spcBef>
                <a:spcPts val="0"/>
              </a:spcBef>
              <a:spcAft>
                <a:spcPts val="300"/>
              </a:spcAft>
              <a:buFont typeface="Arial" panose="020B0604020202020204" pitchFamily="34" charset="0"/>
              <a:buChar char="•"/>
              <a:defRPr sz="1200"/>
            </a:lvl3pPr>
            <a:lvl4pPr marL="540000" indent="-180000">
              <a:spcBef>
                <a:spcPts val="0"/>
              </a:spcBef>
              <a:spcAft>
                <a:spcPts val="300"/>
              </a:spcAft>
              <a:buFont typeface="Arial" panose="020B0604020202020204" pitchFamily="34" charset="0"/>
              <a:buChar char="•"/>
              <a:defRPr sz="1200"/>
            </a:lvl4pPr>
            <a:lvl5pPr marL="720000" indent="-180000">
              <a:spcBef>
                <a:spcPts val="0"/>
              </a:spcBef>
              <a:spcAft>
                <a:spcPts val="300"/>
              </a:spcAft>
              <a:buFont typeface="Arial" panose="020B0604020202020204" pitchFamily="34" charset="0"/>
              <a:buChar char="•"/>
              <a:defRPr sz="1200"/>
            </a:lvl5pPr>
            <a:lvl6pPr marL="900000" indent="-180000">
              <a:spcBef>
                <a:spcPts val="0"/>
              </a:spcBef>
              <a:spcAft>
                <a:spcPts val="300"/>
              </a:spcAft>
              <a:defRPr sz="1200"/>
            </a:lvl6pPr>
            <a:lvl7pPr marL="900000" indent="-180000">
              <a:spcBef>
                <a:spcPts val="0"/>
              </a:spcBef>
              <a:spcAft>
                <a:spcPts val="300"/>
              </a:spcAft>
              <a:defRPr sz="1200"/>
            </a:lvl7pPr>
            <a:lvl8pPr marL="900000" indent="-180000">
              <a:spcBef>
                <a:spcPts val="0"/>
              </a:spcBef>
              <a:spcAft>
                <a:spcPts val="300"/>
              </a:spcAft>
              <a:defRPr sz="1200"/>
            </a:lvl8pPr>
            <a:lvl9pPr marL="900000" indent="-180000">
              <a:spcBef>
                <a:spcPts val="0"/>
              </a:spcBef>
              <a:spcAft>
                <a:spcPts val="300"/>
              </a:spcAft>
              <a:defRPr sz="1200"/>
            </a:lvl9pPr>
          </a:lstStyle>
          <a:p>
            <a:pPr lvl="0"/>
            <a:r>
              <a:rPr lang="en-US" noProof="0"/>
              <a:t>Content area </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8" name="Textplatzhalter 4"/>
          <p:cNvSpPr>
            <a:spLocks noGrp="1"/>
          </p:cNvSpPr>
          <p:nvPr>
            <p:ph type="body" sz="quarter" idx="18" hasCustomPrompt="1"/>
          </p:nvPr>
        </p:nvSpPr>
        <p:spPr>
          <a:xfrm>
            <a:off x="4295775" y="1557338"/>
            <a:ext cx="7416850" cy="288000"/>
          </a:xfrm>
        </p:spPr>
        <p:txBody>
          <a:bodyPr anchor="t"/>
          <a:lstStyle>
            <a:lvl1pPr marL="0" indent="0">
              <a:spcBef>
                <a:spcPts val="0"/>
              </a:spcBef>
              <a:spcAft>
                <a:spcPts val="600"/>
              </a:spcAft>
              <a:buFont typeface="Arial" panose="020B0604020202020204" pitchFamily="34" charset="0"/>
              <a:buNone/>
              <a:defRPr sz="1600" b="1">
                <a:solidFill>
                  <a:schemeClr val="accent3"/>
                </a:solidFill>
              </a:defRPr>
            </a:lvl1pPr>
            <a:lvl2pPr marL="0" indent="0">
              <a:buFont typeface="Arial" panose="020B0604020202020204" pitchFamily="34" charset="0"/>
              <a:buNone/>
              <a:defRPr b="1">
                <a:solidFill>
                  <a:schemeClr val="bg2"/>
                </a:solidFill>
              </a:defRPr>
            </a:lvl2pPr>
            <a:lvl3pPr marL="0" indent="0">
              <a:buNone/>
              <a:defRPr b="1">
                <a:solidFill>
                  <a:schemeClr val="bg2"/>
                </a:solidFill>
              </a:defRPr>
            </a:lvl3pPr>
            <a:lvl4pPr marL="0" indent="0">
              <a:buNone/>
              <a:defRPr b="1">
                <a:solidFill>
                  <a:schemeClr val="bg2"/>
                </a:solidFill>
              </a:defRPr>
            </a:lvl4pPr>
            <a:lvl5pPr marL="0" indent="0">
              <a:buNone/>
              <a:defRPr b="1">
                <a:solidFill>
                  <a:schemeClr val="bg2"/>
                </a:solidFill>
              </a:defRPr>
            </a:lvl5pPr>
          </a:lstStyle>
          <a:p>
            <a:pPr lvl="0"/>
            <a:r>
              <a:rPr lang="en-US" noProof="0"/>
              <a:t>Subtitle</a:t>
            </a:r>
          </a:p>
        </p:txBody>
      </p:sp>
      <p:sp>
        <p:nvSpPr>
          <p:cNvPr id="9"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2787509004"/>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64442464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3" name="Objek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el 1"/>
          <p:cNvSpPr>
            <a:spLocks noGrp="1"/>
          </p:cNvSpPr>
          <p:nvPr>
            <p:ph type="title" hasCustomPrompt="1"/>
          </p:nvPr>
        </p:nvSpPr>
        <p:spPr bwMode="gray"/>
        <p:txBody>
          <a:bodyPr/>
          <a:lstStyle>
            <a:lvl1pPr>
              <a:spcBef>
                <a:spcPts val="0"/>
              </a:spcBef>
              <a:spcAft>
                <a:spcPts val="600"/>
              </a:spcAft>
              <a:defRPr/>
            </a:lvl1pPr>
          </a:lstStyle>
          <a:p>
            <a:r>
              <a:rPr lang="en-US" noProof="0"/>
              <a:t>Headline</a:t>
            </a:r>
          </a:p>
        </p:txBody>
      </p:sp>
      <p:sp>
        <p:nvSpPr>
          <p:cNvPr id="5" name="Foliennummernplatzhalter 4"/>
          <p:cNvSpPr>
            <a:spLocks noGrp="1"/>
          </p:cNvSpPr>
          <p:nvPr>
            <p:ph type="sldNum" sz="quarter" idx="12"/>
          </p:nvPr>
        </p:nvSpPr>
        <p:spPr bwMode="gray"/>
        <p:txBody>
          <a:bodyPr/>
          <a:lstStyle>
            <a:lvl1pPr>
              <a:spcBef>
                <a:spcPts val="0"/>
              </a:spcBef>
              <a:spcAft>
                <a:spcPts val="600"/>
              </a:spcAft>
              <a:defRPr/>
            </a:lvl1pPr>
          </a:lstStyle>
          <a:p>
            <a:fld id="{8FF9B0DE-3FEB-4AA0-B465-B80EF7C1333D}" type="slidenum">
              <a:rPr lang="en-US" noProof="0" smtClean="0"/>
              <a:pPr/>
              <a:t>‹#›</a:t>
            </a:fld>
            <a:endParaRPr lang="en-US" noProof="0"/>
          </a:p>
        </p:txBody>
      </p:sp>
      <p:sp>
        <p:nvSpPr>
          <p:cNvPr id="6"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25389905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Only title with picture">
    <p:spTree>
      <p:nvGrpSpPr>
        <p:cNvPr id="1" name=""/>
        <p:cNvGrpSpPr/>
        <p:nvPr/>
      </p:nvGrpSpPr>
      <p:grpSpPr>
        <a:xfrm>
          <a:off x="0" y="0"/>
          <a:ext cx="0" cy="0"/>
          <a:chOff x="0" y="0"/>
          <a:chExt cx="0" cy="0"/>
        </a:xfrm>
      </p:grpSpPr>
      <p:sp>
        <p:nvSpPr>
          <p:cNvPr id="7" name="Graphic 11">
            <a:extLst>
              <a:ext uri="{FF2B5EF4-FFF2-40B4-BE49-F238E27FC236}">
                <a16:creationId xmlns:a16="http://schemas.microsoft.com/office/drawing/2014/main" id="{68A79668-8AFB-4BDF-B38C-1C1B96220A55}"/>
              </a:ext>
            </a:extLst>
          </p:cNvPr>
          <p:cNvSpPr/>
          <p:nvPr userDrawn="1"/>
        </p:nvSpPr>
        <p:spPr>
          <a:xfrm rot="16200000" flipH="1">
            <a:off x="11053400" y="5719204"/>
            <a:ext cx="1160387" cy="1116814"/>
          </a:xfrm>
          <a:custGeom>
            <a:avLst/>
            <a:gdLst>
              <a:gd name="connsiteX0" fmla="*/ 4740980 w 4740979"/>
              <a:gd name="connsiteY0" fmla="*/ 4562957 h 4562956"/>
              <a:gd name="connsiteX1" fmla="*/ 4740980 w 4740979"/>
              <a:gd name="connsiteY1" fmla="*/ 1605622 h 4562956"/>
              <a:gd name="connsiteX2" fmla="*/ 3134807 w 4740979"/>
              <a:gd name="connsiteY2" fmla="*/ 0 h 4562956"/>
              <a:gd name="connsiteX3" fmla="*/ 0 w 4740979"/>
              <a:gd name="connsiteY3" fmla="*/ 3136456 h 4562956"/>
              <a:gd name="connsiteX4" fmla="*/ 1426171 w 4740979"/>
              <a:gd name="connsiteY4" fmla="*/ 4562957 h 4562956"/>
              <a:gd name="connsiteX5" fmla="*/ 4740980 w 4740979"/>
              <a:gd name="connsiteY5" fmla="*/ 4562957 h 456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0979" h="4562956">
                <a:moveTo>
                  <a:pt x="4740980" y="4562957"/>
                </a:moveTo>
                <a:lnTo>
                  <a:pt x="4740980" y="1605622"/>
                </a:lnTo>
                <a:lnTo>
                  <a:pt x="3134807" y="0"/>
                </a:lnTo>
                <a:lnTo>
                  <a:pt x="0" y="3136456"/>
                </a:lnTo>
                <a:lnTo>
                  <a:pt x="1426171" y="4562957"/>
                </a:lnTo>
                <a:lnTo>
                  <a:pt x="4740980" y="4562957"/>
                </a:lnTo>
                <a:close/>
              </a:path>
            </a:pathLst>
          </a:custGeom>
          <a:solidFill>
            <a:schemeClr val="accent1"/>
          </a:solidFill>
          <a:ln w="10154" cap="flat">
            <a:noFill/>
            <a:prstDash val="solid"/>
            <a:miter/>
          </a:ln>
        </p:spPr>
        <p:txBody>
          <a:bodyPr rtlCol="0" anchor="ctr"/>
          <a:lstStyle/>
          <a:p>
            <a:pPr>
              <a:spcBef>
                <a:spcPts val="0"/>
              </a:spcBef>
              <a:spcAft>
                <a:spcPts val="600"/>
              </a:spcAft>
            </a:pPr>
            <a:endParaRPr lang="en-US" noProof="0"/>
          </a:p>
        </p:txBody>
      </p:sp>
      <p:graphicFrame>
        <p:nvGraphicFramePr>
          <p:cNvPr id="3" name="Objek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3" name="Objek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Foliennummernplatzhalter 4"/>
          <p:cNvSpPr>
            <a:spLocks noGrp="1"/>
          </p:cNvSpPr>
          <p:nvPr>
            <p:ph type="sldNum" sz="quarter" idx="12"/>
          </p:nvPr>
        </p:nvSpPr>
        <p:spPr bwMode="gray"/>
        <p:txBody>
          <a:bodyPr/>
          <a:lstStyle>
            <a:lvl1pPr>
              <a:spcBef>
                <a:spcPts val="0"/>
              </a:spcBef>
              <a:spcAft>
                <a:spcPts val="600"/>
              </a:spcAft>
              <a:defRPr>
                <a:solidFill>
                  <a:schemeClr val="bg1"/>
                </a:solidFill>
              </a:defRPr>
            </a:lvl1pPr>
          </a:lstStyle>
          <a:p>
            <a:fld id="{8FF9B0DE-3FEB-4AA0-B465-B80EF7C1333D}" type="slidenum">
              <a:rPr lang="en-US" noProof="0" smtClean="0"/>
              <a:pPr/>
              <a:t>‹#›</a:t>
            </a:fld>
            <a:endParaRPr lang="en-US" noProof="0"/>
          </a:p>
        </p:txBody>
      </p:sp>
      <p:sp>
        <p:nvSpPr>
          <p:cNvPr id="6"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
        <p:nvSpPr>
          <p:cNvPr id="2" name="Titel 1"/>
          <p:cNvSpPr>
            <a:spLocks noGrp="1"/>
          </p:cNvSpPr>
          <p:nvPr>
            <p:ph type="title" hasCustomPrompt="1"/>
          </p:nvPr>
        </p:nvSpPr>
        <p:spPr bwMode="gray">
          <a:xfrm>
            <a:off x="479376" y="404712"/>
            <a:ext cx="6351192" cy="720000"/>
          </a:xfrm>
        </p:spPr>
        <p:txBody>
          <a:bodyPr/>
          <a:lstStyle>
            <a:lvl1pPr>
              <a:spcBef>
                <a:spcPts val="0"/>
              </a:spcBef>
              <a:spcAft>
                <a:spcPts val="600"/>
              </a:spcAft>
              <a:defRPr/>
            </a:lvl1pPr>
          </a:lstStyle>
          <a:p>
            <a:r>
              <a:rPr lang="en-US" noProof="0"/>
              <a:t>Headline</a:t>
            </a:r>
          </a:p>
        </p:txBody>
      </p:sp>
      <p:sp>
        <p:nvSpPr>
          <p:cNvPr id="36" name="Picture Placeholder 35">
            <a:extLst>
              <a:ext uri="{FF2B5EF4-FFF2-40B4-BE49-F238E27FC236}">
                <a16:creationId xmlns:a16="http://schemas.microsoft.com/office/drawing/2014/main" id="{DC372526-3D17-C209-97B6-DDEDE247C942}"/>
              </a:ext>
            </a:extLst>
          </p:cNvPr>
          <p:cNvSpPr>
            <a:spLocks noGrp="1"/>
          </p:cNvSpPr>
          <p:nvPr>
            <p:ph type="pic" sz="quarter" idx="17"/>
          </p:nvPr>
        </p:nvSpPr>
        <p:spPr bwMode="gray">
          <a:xfrm>
            <a:off x="5858166" y="1"/>
            <a:ext cx="6333834" cy="6095997"/>
          </a:xfrm>
          <a:custGeom>
            <a:avLst/>
            <a:gdLst>
              <a:gd name="connsiteX0" fmla="*/ 5140771 w 6333834"/>
              <a:gd name="connsiteY0" fmla="*/ 512615 h 6095997"/>
              <a:gd name="connsiteX1" fmla="*/ 5186725 w 6333834"/>
              <a:gd name="connsiteY1" fmla="*/ 559172 h 6095997"/>
              <a:gd name="connsiteX2" fmla="*/ 5140771 w 6333834"/>
              <a:gd name="connsiteY2" fmla="*/ 605729 h 6095997"/>
              <a:gd name="connsiteX3" fmla="*/ 5093966 w 6333834"/>
              <a:gd name="connsiteY3" fmla="*/ 559172 h 6095997"/>
              <a:gd name="connsiteX4" fmla="*/ 5140771 w 6333834"/>
              <a:gd name="connsiteY4" fmla="*/ 512615 h 6095997"/>
              <a:gd name="connsiteX5" fmla="*/ 5761718 w 6333834"/>
              <a:gd name="connsiteY5" fmla="*/ 512047 h 6095997"/>
              <a:gd name="connsiteX6" fmla="*/ 5807672 w 6333834"/>
              <a:gd name="connsiteY6" fmla="*/ 558888 h 6095997"/>
              <a:gd name="connsiteX7" fmla="*/ 5761718 w 6333834"/>
              <a:gd name="connsiteY7" fmla="*/ 605729 h 6095997"/>
              <a:gd name="connsiteX8" fmla="*/ 5715197 w 6333834"/>
              <a:gd name="connsiteY8" fmla="*/ 558888 h 6095997"/>
              <a:gd name="connsiteX9" fmla="*/ 5761718 w 6333834"/>
              <a:gd name="connsiteY9" fmla="*/ 512047 h 6095997"/>
              <a:gd name="connsiteX10" fmla="*/ 4732860 w 6333834"/>
              <a:gd name="connsiteY10" fmla="*/ 497285 h 6095997"/>
              <a:gd name="connsiteX11" fmla="*/ 4762361 w 6333834"/>
              <a:gd name="connsiteY11" fmla="*/ 526809 h 6095997"/>
              <a:gd name="connsiteX12" fmla="*/ 4732860 w 6333834"/>
              <a:gd name="connsiteY12" fmla="*/ 556334 h 6095997"/>
              <a:gd name="connsiteX13" fmla="*/ 4703358 w 6333834"/>
              <a:gd name="connsiteY13" fmla="*/ 526809 h 6095997"/>
              <a:gd name="connsiteX14" fmla="*/ 5333097 w 6333834"/>
              <a:gd name="connsiteY14" fmla="*/ 483090 h 6095997"/>
              <a:gd name="connsiteX15" fmla="*/ 5333097 w 6333834"/>
              <a:gd name="connsiteY15" fmla="*/ 565984 h 6095997"/>
              <a:gd name="connsiteX16" fmla="*/ 5405716 w 6333834"/>
              <a:gd name="connsiteY16" fmla="*/ 639511 h 6095997"/>
              <a:gd name="connsiteX17" fmla="*/ 5478902 w 6333834"/>
              <a:gd name="connsiteY17" fmla="*/ 565984 h 6095997"/>
              <a:gd name="connsiteX18" fmla="*/ 5478902 w 6333834"/>
              <a:gd name="connsiteY18" fmla="*/ 483090 h 6095997"/>
              <a:gd name="connsiteX19" fmla="*/ 5443727 w 6333834"/>
              <a:gd name="connsiteY19" fmla="*/ 483090 h 6095997"/>
              <a:gd name="connsiteX20" fmla="*/ 5443727 w 6333834"/>
              <a:gd name="connsiteY20" fmla="*/ 565701 h 6095997"/>
              <a:gd name="connsiteX21" fmla="*/ 5405716 w 6333834"/>
              <a:gd name="connsiteY21" fmla="*/ 606012 h 6095997"/>
              <a:gd name="connsiteX22" fmla="*/ 5368272 w 6333834"/>
              <a:gd name="connsiteY22" fmla="*/ 565701 h 6095997"/>
              <a:gd name="connsiteX23" fmla="*/ 5368272 w 6333834"/>
              <a:gd name="connsiteY23" fmla="*/ 483090 h 6095997"/>
              <a:gd name="connsiteX24" fmla="*/ 5754626 w 6333834"/>
              <a:gd name="connsiteY24" fmla="*/ 478548 h 6095997"/>
              <a:gd name="connsiteX25" fmla="*/ 5679454 w 6333834"/>
              <a:gd name="connsiteY25" fmla="*/ 559171 h 6095997"/>
              <a:gd name="connsiteX26" fmla="*/ 5754626 w 6333834"/>
              <a:gd name="connsiteY26" fmla="*/ 639511 h 6095997"/>
              <a:gd name="connsiteX27" fmla="*/ 5806537 w 6333834"/>
              <a:gd name="connsiteY27" fmla="*/ 613109 h 6095997"/>
              <a:gd name="connsiteX28" fmla="*/ 5807955 w 6333834"/>
              <a:gd name="connsiteY28" fmla="*/ 613109 h 6095997"/>
              <a:gd name="connsiteX29" fmla="*/ 5807955 w 6333834"/>
              <a:gd name="connsiteY29" fmla="*/ 635252 h 6095997"/>
              <a:gd name="connsiteX30" fmla="*/ 5842846 w 6333834"/>
              <a:gd name="connsiteY30" fmla="*/ 635252 h 6095997"/>
              <a:gd name="connsiteX31" fmla="*/ 5842846 w 6333834"/>
              <a:gd name="connsiteY31" fmla="*/ 482806 h 6095997"/>
              <a:gd name="connsiteX32" fmla="*/ 5807955 w 6333834"/>
              <a:gd name="connsiteY32" fmla="*/ 482806 h 6095997"/>
              <a:gd name="connsiteX33" fmla="*/ 5807955 w 6333834"/>
              <a:gd name="connsiteY33" fmla="*/ 504097 h 6095997"/>
              <a:gd name="connsiteX34" fmla="*/ 5806537 w 6333834"/>
              <a:gd name="connsiteY34" fmla="*/ 504097 h 6095997"/>
              <a:gd name="connsiteX35" fmla="*/ 5754626 w 6333834"/>
              <a:gd name="connsiteY35" fmla="*/ 478548 h 6095997"/>
              <a:gd name="connsiteX36" fmla="*/ 5594921 w 6333834"/>
              <a:gd name="connsiteY36" fmla="*/ 478548 h 6095997"/>
              <a:gd name="connsiteX37" fmla="*/ 5545563 w 6333834"/>
              <a:gd name="connsiteY37" fmla="*/ 502394 h 6095997"/>
              <a:gd name="connsiteX38" fmla="*/ 5544428 w 6333834"/>
              <a:gd name="connsiteY38" fmla="*/ 502394 h 6095997"/>
              <a:gd name="connsiteX39" fmla="*/ 5544428 w 6333834"/>
              <a:gd name="connsiteY39" fmla="*/ 482806 h 6095997"/>
              <a:gd name="connsiteX40" fmla="*/ 5509821 w 6333834"/>
              <a:gd name="connsiteY40" fmla="*/ 482806 h 6095997"/>
              <a:gd name="connsiteX41" fmla="*/ 5509821 w 6333834"/>
              <a:gd name="connsiteY41" fmla="*/ 635253 h 6095997"/>
              <a:gd name="connsiteX42" fmla="*/ 5544996 w 6333834"/>
              <a:gd name="connsiteY42" fmla="*/ 635253 h 6095997"/>
              <a:gd name="connsiteX43" fmla="*/ 5544996 w 6333834"/>
              <a:gd name="connsiteY43" fmla="*/ 557752 h 6095997"/>
              <a:gd name="connsiteX44" fmla="*/ 5586127 w 6333834"/>
              <a:gd name="connsiteY44" fmla="*/ 513182 h 6095997"/>
              <a:gd name="connsiteX45" fmla="*/ 5622437 w 6333834"/>
              <a:gd name="connsiteY45" fmla="*/ 552926 h 6095997"/>
              <a:gd name="connsiteX46" fmla="*/ 5622437 w 6333834"/>
              <a:gd name="connsiteY46" fmla="*/ 635253 h 6095997"/>
              <a:gd name="connsiteX47" fmla="*/ 5657611 w 6333834"/>
              <a:gd name="connsiteY47" fmla="*/ 635253 h 6095997"/>
              <a:gd name="connsiteX48" fmla="*/ 5657611 w 6333834"/>
              <a:gd name="connsiteY48" fmla="*/ 547532 h 6095997"/>
              <a:gd name="connsiteX49" fmla="*/ 5595205 w 6333834"/>
              <a:gd name="connsiteY49" fmla="*/ 478548 h 6095997"/>
              <a:gd name="connsiteX50" fmla="*/ 5141054 w 6333834"/>
              <a:gd name="connsiteY50" fmla="*/ 478548 h 6095997"/>
              <a:gd name="connsiteX51" fmla="*/ 5058507 w 6333834"/>
              <a:gd name="connsiteY51" fmla="*/ 558887 h 6095997"/>
              <a:gd name="connsiteX52" fmla="*/ 5141054 w 6333834"/>
              <a:gd name="connsiteY52" fmla="*/ 639511 h 6095997"/>
              <a:gd name="connsiteX53" fmla="*/ 5222183 w 6333834"/>
              <a:gd name="connsiteY53" fmla="*/ 558887 h 6095997"/>
              <a:gd name="connsiteX54" fmla="*/ 5141054 w 6333834"/>
              <a:gd name="connsiteY54" fmla="*/ 478548 h 6095997"/>
              <a:gd name="connsiteX55" fmla="*/ 4944757 w 6333834"/>
              <a:gd name="connsiteY55" fmla="*/ 429719 h 6095997"/>
              <a:gd name="connsiteX56" fmla="*/ 4944757 w 6333834"/>
              <a:gd name="connsiteY56" fmla="*/ 482805 h 6095997"/>
              <a:gd name="connsiteX57" fmla="*/ 4920362 w 6333834"/>
              <a:gd name="connsiteY57" fmla="*/ 482805 h 6095997"/>
              <a:gd name="connsiteX58" fmla="*/ 4920362 w 6333834"/>
              <a:gd name="connsiteY58" fmla="*/ 517156 h 6095997"/>
              <a:gd name="connsiteX59" fmla="*/ 4944757 w 6333834"/>
              <a:gd name="connsiteY59" fmla="*/ 517156 h 6095997"/>
              <a:gd name="connsiteX60" fmla="*/ 4944757 w 6333834"/>
              <a:gd name="connsiteY60" fmla="*/ 593805 h 6095997"/>
              <a:gd name="connsiteX61" fmla="*/ 4986740 w 6333834"/>
              <a:gd name="connsiteY61" fmla="*/ 635252 h 6095997"/>
              <a:gd name="connsiteX62" fmla="*/ 5046026 w 6333834"/>
              <a:gd name="connsiteY62" fmla="*/ 635252 h 6095997"/>
              <a:gd name="connsiteX63" fmla="*/ 5046026 w 6333834"/>
              <a:gd name="connsiteY63" fmla="*/ 600902 h 6095997"/>
              <a:gd name="connsiteX64" fmla="*/ 4993832 w 6333834"/>
              <a:gd name="connsiteY64" fmla="*/ 600902 h 6095997"/>
              <a:gd name="connsiteX65" fmla="*/ 4979932 w 6333834"/>
              <a:gd name="connsiteY65" fmla="*/ 587843 h 6095997"/>
              <a:gd name="connsiteX66" fmla="*/ 4979932 w 6333834"/>
              <a:gd name="connsiteY66" fmla="*/ 517156 h 6095997"/>
              <a:gd name="connsiteX67" fmla="*/ 5045743 w 6333834"/>
              <a:gd name="connsiteY67" fmla="*/ 517156 h 6095997"/>
              <a:gd name="connsiteX68" fmla="*/ 5045743 w 6333834"/>
              <a:gd name="connsiteY68" fmla="*/ 482805 h 6095997"/>
              <a:gd name="connsiteX69" fmla="*/ 4979932 w 6333834"/>
              <a:gd name="connsiteY69" fmla="*/ 482805 h 6095997"/>
              <a:gd name="connsiteX70" fmla="*/ 4979932 w 6333834"/>
              <a:gd name="connsiteY70" fmla="*/ 429719 h 6095997"/>
              <a:gd name="connsiteX71" fmla="*/ 5245727 w 6333834"/>
              <a:gd name="connsiteY71" fmla="*/ 414390 h 6095997"/>
              <a:gd name="connsiteX72" fmla="*/ 5245727 w 6333834"/>
              <a:gd name="connsiteY72" fmla="*/ 593805 h 6095997"/>
              <a:gd name="connsiteX73" fmla="*/ 5288561 w 6333834"/>
              <a:gd name="connsiteY73" fmla="*/ 635536 h 6095997"/>
              <a:gd name="connsiteX74" fmla="*/ 5316927 w 6333834"/>
              <a:gd name="connsiteY74" fmla="*/ 635536 h 6095997"/>
              <a:gd name="connsiteX75" fmla="*/ 5316927 w 6333834"/>
              <a:gd name="connsiteY75" fmla="*/ 601470 h 6095997"/>
              <a:gd name="connsiteX76" fmla="*/ 5294518 w 6333834"/>
              <a:gd name="connsiteY76" fmla="*/ 601470 h 6095997"/>
              <a:gd name="connsiteX77" fmla="*/ 5280618 w 6333834"/>
              <a:gd name="connsiteY77" fmla="*/ 587844 h 6095997"/>
              <a:gd name="connsiteX78" fmla="*/ 5280618 w 6333834"/>
              <a:gd name="connsiteY78" fmla="*/ 414390 h 6095997"/>
              <a:gd name="connsiteX79" fmla="*/ 4711867 w 6333834"/>
              <a:gd name="connsiteY79" fmla="*/ 414390 h 6095997"/>
              <a:gd name="connsiteX80" fmla="*/ 4711867 w 6333834"/>
              <a:gd name="connsiteY80" fmla="*/ 476561 h 6095997"/>
              <a:gd name="connsiteX81" fmla="*/ 4667899 w 6333834"/>
              <a:gd name="connsiteY81" fmla="*/ 432559 h 6095997"/>
              <a:gd name="connsiteX82" fmla="*/ 4638398 w 6333834"/>
              <a:gd name="connsiteY82" fmla="*/ 462083 h 6095997"/>
              <a:gd name="connsiteX83" fmla="*/ 4682366 w 6333834"/>
              <a:gd name="connsiteY83" fmla="*/ 506085 h 6095997"/>
              <a:gd name="connsiteX84" fmla="*/ 4620243 w 6333834"/>
              <a:gd name="connsiteY84" fmla="*/ 506085 h 6095997"/>
              <a:gd name="connsiteX85" fmla="*/ 4620243 w 6333834"/>
              <a:gd name="connsiteY85" fmla="*/ 547816 h 6095997"/>
              <a:gd name="connsiteX86" fmla="*/ 4682366 w 6333834"/>
              <a:gd name="connsiteY86" fmla="*/ 547816 h 6095997"/>
              <a:gd name="connsiteX87" fmla="*/ 4638398 w 6333834"/>
              <a:gd name="connsiteY87" fmla="*/ 591818 h 6095997"/>
              <a:gd name="connsiteX88" fmla="*/ 4667899 w 6333834"/>
              <a:gd name="connsiteY88" fmla="*/ 621342 h 6095997"/>
              <a:gd name="connsiteX89" fmla="*/ 4711867 w 6333834"/>
              <a:gd name="connsiteY89" fmla="*/ 577340 h 6095997"/>
              <a:gd name="connsiteX90" fmla="*/ 4711867 w 6333834"/>
              <a:gd name="connsiteY90" fmla="*/ 639511 h 6095997"/>
              <a:gd name="connsiteX91" fmla="*/ 4753566 w 6333834"/>
              <a:gd name="connsiteY91" fmla="*/ 639511 h 6095997"/>
              <a:gd name="connsiteX92" fmla="*/ 4753566 w 6333834"/>
              <a:gd name="connsiteY92" fmla="*/ 577340 h 6095997"/>
              <a:gd name="connsiteX93" fmla="*/ 4797535 w 6333834"/>
              <a:gd name="connsiteY93" fmla="*/ 621342 h 6095997"/>
              <a:gd name="connsiteX94" fmla="*/ 4827036 w 6333834"/>
              <a:gd name="connsiteY94" fmla="*/ 591818 h 6095997"/>
              <a:gd name="connsiteX95" fmla="*/ 4783068 w 6333834"/>
              <a:gd name="connsiteY95" fmla="*/ 547816 h 6095997"/>
              <a:gd name="connsiteX96" fmla="*/ 4845191 w 6333834"/>
              <a:gd name="connsiteY96" fmla="*/ 547816 h 6095997"/>
              <a:gd name="connsiteX97" fmla="*/ 4845191 w 6333834"/>
              <a:gd name="connsiteY97" fmla="*/ 506085 h 6095997"/>
              <a:gd name="connsiteX98" fmla="*/ 4783068 w 6333834"/>
              <a:gd name="connsiteY98" fmla="*/ 506085 h 6095997"/>
              <a:gd name="connsiteX99" fmla="*/ 4827036 w 6333834"/>
              <a:gd name="connsiteY99" fmla="*/ 462083 h 6095997"/>
              <a:gd name="connsiteX100" fmla="*/ 4797535 w 6333834"/>
              <a:gd name="connsiteY100" fmla="*/ 432559 h 6095997"/>
              <a:gd name="connsiteX101" fmla="*/ 4753566 w 6333834"/>
              <a:gd name="connsiteY101" fmla="*/ 476561 h 6095997"/>
              <a:gd name="connsiteX102" fmla="*/ 4753566 w 6333834"/>
              <a:gd name="connsiteY102" fmla="*/ 414390 h 6095997"/>
              <a:gd name="connsiteX103" fmla="*/ 1905327 w 6333834"/>
              <a:gd name="connsiteY103" fmla="*/ 0 h 6095997"/>
              <a:gd name="connsiteX104" fmla="*/ 6333834 w 6333834"/>
              <a:gd name="connsiteY104" fmla="*/ 0 h 6095997"/>
              <a:gd name="connsiteX105" fmla="*/ 6333834 w 6333834"/>
              <a:gd name="connsiteY105" fmla="*/ 3950925 h 6095997"/>
              <a:gd name="connsiteX106" fmla="*/ 4188026 w 6333834"/>
              <a:gd name="connsiteY106" fmla="*/ 6095997 h 6095997"/>
              <a:gd name="connsiteX107" fmla="*/ 0 w 6333834"/>
              <a:gd name="connsiteY107" fmla="*/ 1905768 h 6095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6333834" h="6095997">
                <a:moveTo>
                  <a:pt x="5140771" y="512615"/>
                </a:moveTo>
                <a:cubicBezTo>
                  <a:pt x="5168287" y="512615"/>
                  <a:pt x="5186725" y="533055"/>
                  <a:pt x="5186725" y="559172"/>
                </a:cubicBezTo>
                <a:cubicBezTo>
                  <a:pt x="5186725" y="585290"/>
                  <a:pt x="5168854" y="605729"/>
                  <a:pt x="5140771" y="605729"/>
                </a:cubicBezTo>
                <a:cubicBezTo>
                  <a:pt x="5112688" y="605729"/>
                  <a:pt x="5093966" y="585290"/>
                  <a:pt x="5093966" y="559172"/>
                </a:cubicBezTo>
                <a:cubicBezTo>
                  <a:pt x="5093966" y="533055"/>
                  <a:pt x="5113256" y="512615"/>
                  <a:pt x="5140771" y="512615"/>
                </a:cubicBezTo>
                <a:close/>
                <a:moveTo>
                  <a:pt x="5761718" y="512047"/>
                </a:moveTo>
                <a:cubicBezTo>
                  <a:pt x="5789234" y="512047"/>
                  <a:pt x="5807672" y="532771"/>
                  <a:pt x="5807672" y="558888"/>
                </a:cubicBezTo>
                <a:cubicBezTo>
                  <a:pt x="5807672" y="585006"/>
                  <a:pt x="5789518" y="605729"/>
                  <a:pt x="5761718" y="605729"/>
                </a:cubicBezTo>
                <a:cubicBezTo>
                  <a:pt x="5733919" y="605729"/>
                  <a:pt x="5715197" y="585290"/>
                  <a:pt x="5715197" y="558888"/>
                </a:cubicBezTo>
                <a:cubicBezTo>
                  <a:pt x="5715197" y="532487"/>
                  <a:pt x="5734203" y="512047"/>
                  <a:pt x="5761718" y="512047"/>
                </a:cubicBezTo>
                <a:close/>
                <a:moveTo>
                  <a:pt x="4732860" y="497285"/>
                </a:moveTo>
                <a:lnTo>
                  <a:pt x="4762361" y="526809"/>
                </a:lnTo>
                <a:lnTo>
                  <a:pt x="4732860" y="556334"/>
                </a:lnTo>
                <a:lnTo>
                  <a:pt x="4703358" y="526809"/>
                </a:lnTo>
                <a:close/>
                <a:moveTo>
                  <a:pt x="5333097" y="483090"/>
                </a:moveTo>
                <a:lnTo>
                  <a:pt x="5333097" y="565984"/>
                </a:lnTo>
                <a:cubicBezTo>
                  <a:pt x="5333097" y="610554"/>
                  <a:pt x="5361464" y="639511"/>
                  <a:pt x="5405716" y="639511"/>
                </a:cubicBezTo>
                <a:cubicBezTo>
                  <a:pt x="5449968" y="639511"/>
                  <a:pt x="5478902" y="610838"/>
                  <a:pt x="5478902" y="565984"/>
                </a:cubicBezTo>
                <a:lnTo>
                  <a:pt x="5478902" y="483090"/>
                </a:lnTo>
                <a:lnTo>
                  <a:pt x="5443727" y="483090"/>
                </a:lnTo>
                <a:cubicBezTo>
                  <a:pt x="5443727" y="483090"/>
                  <a:pt x="5443727" y="565701"/>
                  <a:pt x="5443727" y="565701"/>
                </a:cubicBezTo>
                <a:cubicBezTo>
                  <a:pt x="5443727" y="588127"/>
                  <a:pt x="5428976" y="606012"/>
                  <a:pt x="5405716" y="606012"/>
                </a:cubicBezTo>
                <a:cubicBezTo>
                  <a:pt x="5382455" y="606012"/>
                  <a:pt x="5368272" y="588127"/>
                  <a:pt x="5368272" y="565701"/>
                </a:cubicBezTo>
                <a:lnTo>
                  <a:pt x="5368272" y="483090"/>
                </a:lnTo>
                <a:close/>
                <a:moveTo>
                  <a:pt x="5754626" y="478548"/>
                </a:moveTo>
                <a:cubicBezTo>
                  <a:pt x="5710657" y="478264"/>
                  <a:pt x="5679454" y="511478"/>
                  <a:pt x="5679454" y="559171"/>
                </a:cubicBezTo>
                <a:cubicBezTo>
                  <a:pt x="5679454" y="606864"/>
                  <a:pt x="5711792" y="640078"/>
                  <a:pt x="5754626" y="639511"/>
                </a:cubicBezTo>
                <a:cubicBezTo>
                  <a:pt x="5778737" y="639511"/>
                  <a:pt x="5796325" y="628439"/>
                  <a:pt x="5806537" y="613109"/>
                </a:cubicBezTo>
                <a:lnTo>
                  <a:pt x="5807955" y="613109"/>
                </a:lnTo>
                <a:lnTo>
                  <a:pt x="5807955" y="635252"/>
                </a:lnTo>
                <a:lnTo>
                  <a:pt x="5842846" y="635252"/>
                </a:lnTo>
                <a:lnTo>
                  <a:pt x="5842846" y="482806"/>
                </a:lnTo>
                <a:lnTo>
                  <a:pt x="5807955" y="482806"/>
                </a:lnTo>
                <a:lnTo>
                  <a:pt x="5807955" y="504097"/>
                </a:lnTo>
                <a:lnTo>
                  <a:pt x="5806537" y="504097"/>
                </a:lnTo>
                <a:cubicBezTo>
                  <a:pt x="5796325" y="489335"/>
                  <a:pt x="5778170" y="478832"/>
                  <a:pt x="5754626" y="478548"/>
                </a:cubicBezTo>
                <a:close/>
                <a:moveTo>
                  <a:pt x="5594921" y="478548"/>
                </a:moveTo>
                <a:cubicBezTo>
                  <a:pt x="5574497" y="478548"/>
                  <a:pt x="5556626" y="487632"/>
                  <a:pt x="5545563" y="502394"/>
                </a:cubicBezTo>
                <a:lnTo>
                  <a:pt x="5544428" y="502394"/>
                </a:lnTo>
                <a:lnTo>
                  <a:pt x="5544428" y="482806"/>
                </a:lnTo>
                <a:lnTo>
                  <a:pt x="5509821" y="482806"/>
                </a:lnTo>
                <a:lnTo>
                  <a:pt x="5509821" y="635253"/>
                </a:lnTo>
                <a:lnTo>
                  <a:pt x="5544996" y="635253"/>
                </a:lnTo>
                <a:lnTo>
                  <a:pt x="5544996" y="557752"/>
                </a:lnTo>
                <a:cubicBezTo>
                  <a:pt x="5544996" y="531351"/>
                  <a:pt x="5564285" y="513182"/>
                  <a:pt x="5586127" y="513182"/>
                </a:cubicBezTo>
                <a:cubicBezTo>
                  <a:pt x="5607970" y="513182"/>
                  <a:pt x="5622437" y="529080"/>
                  <a:pt x="5622437" y="552926"/>
                </a:cubicBezTo>
                <a:lnTo>
                  <a:pt x="5622437" y="635253"/>
                </a:lnTo>
                <a:lnTo>
                  <a:pt x="5657611" y="635253"/>
                </a:lnTo>
                <a:lnTo>
                  <a:pt x="5657611" y="547532"/>
                </a:lnTo>
                <a:cubicBezTo>
                  <a:pt x="5657611" y="504665"/>
                  <a:pt x="5633216" y="478548"/>
                  <a:pt x="5595205" y="478548"/>
                </a:cubicBezTo>
                <a:close/>
                <a:moveTo>
                  <a:pt x="5141054" y="478548"/>
                </a:moveTo>
                <a:cubicBezTo>
                  <a:pt x="5091129" y="478548"/>
                  <a:pt x="5058507" y="513750"/>
                  <a:pt x="5058507" y="558887"/>
                </a:cubicBezTo>
                <a:cubicBezTo>
                  <a:pt x="5058507" y="604025"/>
                  <a:pt x="5092547" y="639511"/>
                  <a:pt x="5141054" y="639511"/>
                </a:cubicBezTo>
                <a:cubicBezTo>
                  <a:pt x="5189561" y="639511"/>
                  <a:pt x="5222183" y="604025"/>
                  <a:pt x="5222183" y="558887"/>
                </a:cubicBezTo>
                <a:cubicBezTo>
                  <a:pt x="5222183" y="513750"/>
                  <a:pt x="5190979" y="478548"/>
                  <a:pt x="5141054" y="478548"/>
                </a:cubicBezTo>
                <a:close/>
                <a:moveTo>
                  <a:pt x="4944757" y="429719"/>
                </a:moveTo>
                <a:lnTo>
                  <a:pt x="4944757" y="482805"/>
                </a:lnTo>
                <a:lnTo>
                  <a:pt x="4920362" y="482805"/>
                </a:lnTo>
                <a:lnTo>
                  <a:pt x="4920362" y="517156"/>
                </a:lnTo>
                <a:lnTo>
                  <a:pt x="4944757" y="517156"/>
                </a:lnTo>
                <a:lnTo>
                  <a:pt x="4944757" y="593805"/>
                </a:lnTo>
                <a:cubicBezTo>
                  <a:pt x="4944757" y="619922"/>
                  <a:pt x="4960359" y="635252"/>
                  <a:pt x="4986740" y="635252"/>
                </a:cubicBezTo>
                <a:lnTo>
                  <a:pt x="5046026" y="635252"/>
                </a:lnTo>
                <a:lnTo>
                  <a:pt x="5046026" y="600902"/>
                </a:lnTo>
                <a:lnTo>
                  <a:pt x="4993832" y="600902"/>
                </a:lnTo>
                <a:cubicBezTo>
                  <a:pt x="4984754" y="600902"/>
                  <a:pt x="4979932" y="596076"/>
                  <a:pt x="4979932" y="587843"/>
                </a:cubicBezTo>
                <a:lnTo>
                  <a:pt x="4979932" y="517156"/>
                </a:lnTo>
                <a:lnTo>
                  <a:pt x="5045743" y="517156"/>
                </a:lnTo>
                <a:lnTo>
                  <a:pt x="5045743" y="482805"/>
                </a:lnTo>
                <a:lnTo>
                  <a:pt x="4979932" y="482805"/>
                </a:lnTo>
                <a:lnTo>
                  <a:pt x="4979932" y="429719"/>
                </a:lnTo>
                <a:close/>
                <a:moveTo>
                  <a:pt x="5245727" y="414390"/>
                </a:moveTo>
                <a:lnTo>
                  <a:pt x="5245727" y="593805"/>
                </a:lnTo>
                <a:cubicBezTo>
                  <a:pt x="5245727" y="620207"/>
                  <a:pt x="5261045" y="635536"/>
                  <a:pt x="5288561" y="635536"/>
                </a:cubicBezTo>
                <a:lnTo>
                  <a:pt x="5316927" y="635536"/>
                </a:lnTo>
                <a:lnTo>
                  <a:pt x="5316927" y="601470"/>
                </a:lnTo>
                <a:lnTo>
                  <a:pt x="5294518" y="601470"/>
                </a:lnTo>
                <a:cubicBezTo>
                  <a:pt x="5285724" y="601470"/>
                  <a:pt x="5280618" y="596360"/>
                  <a:pt x="5280618" y="587844"/>
                </a:cubicBezTo>
                <a:lnTo>
                  <a:pt x="5280618" y="414390"/>
                </a:lnTo>
                <a:close/>
                <a:moveTo>
                  <a:pt x="4711867" y="414390"/>
                </a:moveTo>
                <a:lnTo>
                  <a:pt x="4711867" y="476561"/>
                </a:lnTo>
                <a:lnTo>
                  <a:pt x="4667899" y="432559"/>
                </a:lnTo>
                <a:lnTo>
                  <a:pt x="4638398" y="462083"/>
                </a:lnTo>
                <a:lnTo>
                  <a:pt x="4682366" y="506085"/>
                </a:lnTo>
                <a:lnTo>
                  <a:pt x="4620243" y="506085"/>
                </a:lnTo>
                <a:lnTo>
                  <a:pt x="4620243" y="547816"/>
                </a:lnTo>
                <a:lnTo>
                  <a:pt x="4682366" y="547816"/>
                </a:lnTo>
                <a:lnTo>
                  <a:pt x="4638398" y="591818"/>
                </a:lnTo>
                <a:lnTo>
                  <a:pt x="4667899" y="621342"/>
                </a:lnTo>
                <a:lnTo>
                  <a:pt x="4711867" y="577340"/>
                </a:lnTo>
                <a:lnTo>
                  <a:pt x="4711867" y="639511"/>
                </a:lnTo>
                <a:lnTo>
                  <a:pt x="4753566" y="639511"/>
                </a:lnTo>
                <a:lnTo>
                  <a:pt x="4753566" y="577340"/>
                </a:lnTo>
                <a:lnTo>
                  <a:pt x="4797535" y="621342"/>
                </a:lnTo>
                <a:lnTo>
                  <a:pt x="4827036" y="591818"/>
                </a:lnTo>
                <a:lnTo>
                  <a:pt x="4783068" y="547816"/>
                </a:lnTo>
                <a:lnTo>
                  <a:pt x="4845191" y="547816"/>
                </a:lnTo>
                <a:lnTo>
                  <a:pt x="4845191" y="506085"/>
                </a:lnTo>
                <a:lnTo>
                  <a:pt x="4783068" y="506085"/>
                </a:lnTo>
                <a:lnTo>
                  <a:pt x="4827036" y="462083"/>
                </a:lnTo>
                <a:lnTo>
                  <a:pt x="4797535" y="432559"/>
                </a:lnTo>
                <a:lnTo>
                  <a:pt x="4753566" y="476561"/>
                </a:lnTo>
                <a:lnTo>
                  <a:pt x="4753566" y="414390"/>
                </a:lnTo>
                <a:close/>
                <a:moveTo>
                  <a:pt x="1905327" y="0"/>
                </a:moveTo>
                <a:lnTo>
                  <a:pt x="6333834" y="0"/>
                </a:lnTo>
                <a:lnTo>
                  <a:pt x="6333834" y="3950925"/>
                </a:lnTo>
                <a:lnTo>
                  <a:pt x="4188026" y="6095997"/>
                </a:lnTo>
                <a:lnTo>
                  <a:pt x="0" y="1905768"/>
                </a:lnTo>
                <a:close/>
              </a:path>
            </a:pathLst>
          </a:custGeom>
          <a:solidFill>
            <a:schemeClr val="bg1">
              <a:lumMod val="95000"/>
            </a:schemeClr>
          </a:solidFill>
        </p:spPr>
        <p:txBody>
          <a:bodyPr wrap="square" anchor="ctr">
            <a:noAutofit/>
          </a:bodyPr>
          <a:lstStyle>
            <a:lvl1pPr algn="ctr">
              <a:defRPr/>
            </a:lvl1pPr>
          </a:lstStyle>
          <a:p>
            <a:r>
              <a:rPr lang="en-US" noProof="0"/>
              <a:t>Click icon to add picture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Only titl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6C2D43E-BD35-4018-DD30-17226A39E64C}"/>
              </a:ext>
            </a:extLst>
          </p:cNvPr>
          <p:cNvGrpSpPr/>
          <p:nvPr/>
        </p:nvGrpSpPr>
        <p:grpSpPr>
          <a:xfrm>
            <a:off x="9811512" y="4491839"/>
            <a:ext cx="2810560" cy="2804058"/>
            <a:chOff x="-374846" y="5269565"/>
            <a:chExt cx="6153333" cy="6139096"/>
          </a:xfrm>
        </p:grpSpPr>
        <p:sp>
          <p:nvSpPr>
            <p:cNvPr id="8" name="Freeform 4">
              <a:extLst>
                <a:ext uri="{FF2B5EF4-FFF2-40B4-BE49-F238E27FC236}">
                  <a16:creationId xmlns:a16="http://schemas.microsoft.com/office/drawing/2014/main" id="{AEB2BB12-86D6-5E6C-EA53-F4D5B8D61F37}"/>
                </a:ext>
              </a:extLst>
            </p:cNvPr>
            <p:cNvSpPr/>
            <p:nvPr/>
          </p:nvSpPr>
          <p:spPr bwMode="gray">
            <a:xfrm rot="2700000">
              <a:off x="-239349" y="5390824"/>
              <a:ext cx="5882340" cy="6153333"/>
            </a:xfrm>
            <a:custGeom>
              <a:avLst/>
              <a:gdLst>
                <a:gd name="connsiteX0" fmla="*/ 0 w 5882340"/>
                <a:gd name="connsiteY0" fmla="*/ 0 h 6153333"/>
                <a:gd name="connsiteX1" fmla="*/ 2917697 w 5882340"/>
                <a:gd name="connsiteY1" fmla="*/ 0 h 6153333"/>
                <a:gd name="connsiteX2" fmla="*/ 5882340 w 5882340"/>
                <a:gd name="connsiteY2" fmla="*/ 2964642 h 6153333"/>
                <a:gd name="connsiteX3" fmla="*/ 2693649 w 5882340"/>
                <a:gd name="connsiteY3" fmla="*/ 6153333 h 6153333"/>
                <a:gd name="connsiteX4" fmla="*/ 0 w 5882340"/>
                <a:gd name="connsiteY4" fmla="*/ 6153333 h 6153333"/>
                <a:gd name="connsiteX5" fmla="*/ 0 w 5882340"/>
                <a:gd name="connsiteY5" fmla="*/ 2733861 h 6153333"/>
                <a:gd name="connsiteX6" fmla="*/ 511826 w 5882340"/>
                <a:gd name="connsiteY6" fmla="*/ 2733860 h 6153333"/>
                <a:gd name="connsiteX7" fmla="*/ 511826 w 5882340"/>
                <a:gd name="connsiteY7" fmla="*/ 1708501 h 6153333"/>
                <a:gd name="connsiteX8" fmla="*/ 0 w 5882340"/>
                <a:gd name="connsiteY8" fmla="*/ 1708500 h 6153333"/>
                <a:gd name="connsiteX9" fmla="*/ 0 w 5882340"/>
                <a:gd name="connsiteY9" fmla="*/ 0 h 615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2340" h="6153333">
                  <a:moveTo>
                    <a:pt x="0" y="0"/>
                  </a:moveTo>
                  <a:lnTo>
                    <a:pt x="2917697" y="0"/>
                  </a:lnTo>
                  <a:lnTo>
                    <a:pt x="5882340" y="2964642"/>
                  </a:lnTo>
                  <a:lnTo>
                    <a:pt x="2693649" y="6153333"/>
                  </a:lnTo>
                  <a:lnTo>
                    <a:pt x="0" y="6153333"/>
                  </a:lnTo>
                  <a:lnTo>
                    <a:pt x="0" y="2733861"/>
                  </a:lnTo>
                  <a:lnTo>
                    <a:pt x="511826" y="2733860"/>
                  </a:lnTo>
                  <a:lnTo>
                    <a:pt x="511826" y="1708501"/>
                  </a:lnTo>
                  <a:lnTo>
                    <a:pt x="0" y="1708500"/>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600" noProof="0">
                <a:solidFill>
                  <a:schemeClr val="tx1"/>
                </a:solidFill>
              </a:endParaRPr>
            </a:p>
          </p:txBody>
        </p:sp>
        <p:sp>
          <p:nvSpPr>
            <p:cNvPr id="9" name="Rectangle 8">
              <a:extLst>
                <a:ext uri="{FF2B5EF4-FFF2-40B4-BE49-F238E27FC236}">
                  <a16:creationId xmlns:a16="http://schemas.microsoft.com/office/drawing/2014/main" id="{CD3F32C3-DA95-B97E-149C-57471B214B61}"/>
                </a:ext>
              </a:extLst>
            </p:cNvPr>
            <p:cNvSpPr/>
            <p:nvPr/>
          </p:nvSpPr>
          <p:spPr bwMode="gray">
            <a:xfrm rot="2700000">
              <a:off x="713736" y="5269565"/>
              <a:ext cx="1025361" cy="1025361"/>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solidFill>
                  <a:schemeClr val="tx1"/>
                </a:solidFill>
              </a:endParaRPr>
            </a:p>
          </p:txBody>
        </p:sp>
      </p:grpSp>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64442464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3" name="Objek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el 1"/>
          <p:cNvSpPr>
            <a:spLocks noGrp="1"/>
          </p:cNvSpPr>
          <p:nvPr>
            <p:ph type="title" hasCustomPrompt="1"/>
          </p:nvPr>
        </p:nvSpPr>
        <p:spPr bwMode="gray"/>
        <p:txBody>
          <a:bodyPr/>
          <a:lstStyle>
            <a:lvl1pPr>
              <a:spcBef>
                <a:spcPts val="0"/>
              </a:spcBef>
              <a:spcAft>
                <a:spcPts val="600"/>
              </a:spcAft>
              <a:defRPr/>
            </a:lvl1pPr>
          </a:lstStyle>
          <a:p>
            <a:r>
              <a:rPr lang="en-US" noProof="0" dirty="0"/>
              <a:t>Headline</a:t>
            </a:r>
          </a:p>
        </p:txBody>
      </p:sp>
      <p:sp>
        <p:nvSpPr>
          <p:cNvPr id="6" name="Textplatzhalter 15"/>
          <p:cNvSpPr>
            <a:spLocks noGrp="1"/>
          </p:cNvSpPr>
          <p:nvPr>
            <p:ph type="body" sz="quarter" idx="16" hasCustomPrompt="1"/>
          </p:nvPr>
        </p:nvSpPr>
        <p:spPr>
          <a:xfrm>
            <a:off x="479425" y="6164263"/>
            <a:ext cx="9721850" cy="288925"/>
          </a:xfrm>
        </p:spPr>
        <p:txBody>
          <a:bodyPr anchor="b"/>
          <a:lstStyle>
            <a:lvl1pPr marL="0" indent="0">
              <a:spcBef>
                <a:spcPts val="0"/>
              </a:spcBef>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dirty="0"/>
              <a:t>Source / Question / Sample</a:t>
            </a:r>
          </a:p>
        </p:txBody>
      </p:sp>
      <p:sp>
        <p:nvSpPr>
          <p:cNvPr id="11" name="Foliennummernplatzhalter 4">
            <a:extLst>
              <a:ext uri="{FF2B5EF4-FFF2-40B4-BE49-F238E27FC236}">
                <a16:creationId xmlns:a16="http://schemas.microsoft.com/office/drawing/2014/main" id="{86ABA988-30ED-F0D3-AA07-84AC1BC1F7C7}"/>
              </a:ext>
            </a:extLst>
          </p:cNvPr>
          <p:cNvSpPr>
            <a:spLocks noGrp="1"/>
          </p:cNvSpPr>
          <p:nvPr>
            <p:ph type="sldNum" sz="quarter" idx="12"/>
          </p:nvPr>
        </p:nvSpPr>
        <p:spPr bwMode="gray">
          <a:xfrm>
            <a:off x="11712574" y="6453352"/>
            <a:ext cx="479425" cy="404648"/>
          </a:xfrm>
        </p:spPr>
        <p:txBody>
          <a:bodyPr/>
          <a:lstStyle>
            <a:lvl1pPr>
              <a:spcBef>
                <a:spcPts val="0"/>
              </a:spcBef>
              <a:spcAft>
                <a:spcPts val="600"/>
              </a:spcAft>
              <a:defRPr/>
            </a:lvl1pPr>
          </a:lstStyle>
          <a:p>
            <a:fld id="{8FF9B0DE-3FEB-4AA0-B465-B80EF7C1333D}" type="slidenum">
              <a:rPr lang="en-US" noProof="0" smtClean="0"/>
              <a:pPr/>
              <a:t>‹#›</a:t>
            </a:fld>
            <a:endParaRPr lang="en-US" noProof="0" dirty="0"/>
          </a:p>
        </p:txBody>
      </p:sp>
    </p:spTree>
    <p:extLst>
      <p:ext uri="{BB962C8B-B14F-4D97-AF65-F5344CB8AC3E}">
        <p14:creationId xmlns:p14="http://schemas.microsoft.com/office/powerpoint/2010/main" val="381407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bwMode="gray"/>
        <p:txBody>
          <a:bodyPr/>
          <a:lstStyle>
            <a:lvl1pPr>
              <a:spcAft>
                <a:spcPts val="600"/>
              </a:spcAft>
              <a:defRPr/>
            </a:lvl1pPr>
          </a:lstStyle>
          <a:p>
            <a:fld id="{8FF9B0DE-3FEB-4AA0-B465-B80EF7C1333D}" type="slidenum">
              <a:rPr lang="en-US" noProof="0" smtClean="0"/>
              <a:pPr/>
              <a:t>‹#›</a:t>
            </a:fld>
            <a:endParaRPr lang="en-US" noProof="0"/>
          </a:p>
        </p:txBody>
      </p:sp>
      <p:sp>
        <p:nvSpPr>
          <p:cNvPr id="5" name="Textplatzhalter 15"/>
          <p:cNvSpPr>
            <a:spLocks noGrp="1"/>
          </p:cNvSpPr>
          <p:nvPr>
            <p:ph type="body" sz="quarter" idx="16" hasCustomPrompt="1"/>
          </p:nvPr>
        </p:nvSpPr>
        <p:spPr>
          <a:xfrm>
            <a:off x="479425" y="6164263"/>
            <a:ext cx="9721850" cy="288925"/>
          </a:xfrm>
        </p:spPr>
        <p:txBody>
          <a:bodyPr anchor="b"/>
          <a:lstStyle>
            <a:lvl1pPr marL="0" indent="0">
              <a:spcAft>
                <a:spcPts val="600"/>
              </a:spcAft>
              <a:buFont typeface="Arial" panose="020B0604020202020204" pitchFamily="34" charset="0"/>
              <a:buNone/>
              <a:defRPr sz="800" b="0">
                <a:solidFill>
                  <a:schemeClr val="tx1">
                    <a:lumMod val="50000"/>
                    <a:lumOff val="50000"/>
                  </a:schemeClr>
                </a:solidFill>
              </a:defRPr>
            </a:lvl1pPr>
            <a:lvl2pPr marL="0" indent="0">
              <a:buFont typeface="Arial" panose="020B0604020202020204" pitchFamily="34" charset="0"/>
              <a:buNone/>
              <a:defRPr sz="1000" b="0">
                <a:solidFill>
                  <a:schemeClr val="tx1"/>
                </a:solidFill>
              </a:defRPr>
            </a:lvl2pPr>
            <a:lvl3pPr marL="0" indent="0">
              <a:buNone/>
              <a:defRPr sz="1000" b="0">
                <a:solidFill>
                  <a:schemeClr val="tx1"/>
                </a:solidFill>
              </a:defRPr>
            </a:lvl3pPr>
            <a:lvl4pPr marL="0" indent="0">
              <a:buNone/>
              <a:defRPr sz="1000" b="0">
                <a:solidFill>
                  <a:schemeClr val="tx1"/>
                </a:solidFill>
              </a:defRPr>
            </a:lvl4pPr>
            <a:lvl5pPr marL="0" indent="0">
              <a:buNone/>
              <a:defRPr sz="1000" b="0">
                <a:solidFill>
                  <a:schemeClr val="tx1"/>
                </a:solidFill>
              </a:defRPr>
            </a:lvl5pPr>
          </a:lstStyle>
          <a:p>
            <a:pPr lvl="0"/>
            <a:r>
              <a:rPr lang="en-US" noProof="0"/>
              <a:t>Source / Question / Sample</a:t>
            </a:r>
          </a:p>
        </p:txBody>
      </p:sp>
    </p:spTree>
    <p:extLst>
      <p:ext uri="{BB962C8B-B14F-4D97-AF65-F5344CB8AC3E}">
        <p14:creationId xmlns:p14="http://schemas.microsoft.com/office/powerpoint/2010/main" val="41648756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act">
    <p:bg>
      <p:bgPr>
        <a:gradFill>
          <a:gsLst>
            <a:gs pos="0">
              <a:schemeClr val="bg1"/>
            </a:gs>
            <a:gs pos="100000">
              <a:schemeClr val="tx2">
                <a:alpha val="50000"/>
              </a:schemeClr>
            </a:gs>
          </a:gsLst>
          <a:path path="shape">
            <a:fillToRect l="50000" t="50000" r="50000" b="50000"/>
          </a:path>
        </a:gradFill>
        <a:effectLst/>
      </p:bgPr>
    </p:bg>
    <p:spTree>
      <p:nvGrpSpPr>
        <p:cNvPr id="1" name=""/>
        <p:cNvGrpSpPr/>
        <p:nvPr/>
      </p:nvGrpSpPr>
      <p:grpSpPr>
        <a:xfrm>
          <a:off x="0" y="0"/>
          <a:ext cx="0" cy="0"/>
          <a:chOff x="0" y="0"/>
          <a:chExt cx="0" cy="0"/>
        </a:xfrm>
      </p:grpSpPr>
      <p:sp>
        <p:nvSpPr>
          <p:cNvPr id="14" name="Graphic 11">
            <a:extLst>
              <a:ext uri="{FF2B5EF4-FFF2-40B4-BE49-F238E27FC236}">
                <a16:creationId xmlns:a16="http://schemas.microsoft.com/office/drawing/2014/main" id="{6D1E865C-A206-A366-DA54-D4069BD3BD82}"/>
              </a:ext>
            </a:extLst>
          </p:cNvPr>
          <p:cNvSpPr/>
          <p:nvPr/>
        </p:nvSpPr>
        <p:spPr>
          <a:xfrm rot="10800000">
            <a:off x="-1" y="197"/>
            <a:ext cx="5919494" cy="5697217"/>
          </a:xfrm>
          <a:custGeom>
            <a:avLst/>
            <a:gdLst>
              <a:gd name="connsiteX0" fmla="*/ 4740980 w 4740979"/>
              <a:gd name="connsiteY0" fmla="*/ 4562957 h 4562956"/>
              <a:gd name="connsiteX1" fmla="*/ 4740980 w 4740979"/>
              <a:gd name="connsiteY1" fmla="*/ 1605622 h 4562956"/>
              <a:gd name="connsiteX2" fmla="*/ 3134807 w 4740979"/>
              <a:gd name="connsiteY2" fmla="*/ 0 h 4562956"/>
              <a:gd name="connsiteX3" fmla="*/ 0 w 4740979"/>
              <a:gd name="connsiteY3" fmla="*/ 3136456 h 4562956"/>
              <a:gd name="connsiteX4" fmla="*/ 1426171 w 4740979"/>
              <a:gd name="connsiteY4" fmla="*/ 4562957 h 4562956"/>
              <a:gd name="connsiteX5" fmla="*/ 4740980 w 4740979"/>
              <a:gd name="connsiteY5" fmla="*/ 4562957 h 456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0979" h="4562956">
                <a:moveTo>
                  <a:pt x="4740980" y="4562957"/>
                </a:moveTo>
                <a:lnTo>
                  <a:pt x="4740980" y="1605622"/>
                </a:lnTo>
                <a:lnTo>
                  <a:pt x="3134807" y="0"/>
                </a:lnTo>
                <a:lnTo>
                  <a:pt x="0" y="3136456"/>
                </a:lnTo>
                <a:lnTo>
                  <a:pt x="1426171" y="4562957"/>
                </a:lnTo>
                <a:lnTo>
                  <a:pt x="4740980" y="4562957"/>
                </a:lnTo>
                <a:close/>
              </a:path>
            </a:pathLst>
          </a:custGeom>
          <a:solidFill>
            <a:schemeClr val="bg1">
              <a:lumMod val="95000"/>
            </a:schemeClr>
          </a:solidFill>
          <a:ln w="10154" cap="flat">
            <a:noFill/>
            <a:prstDash val="solid"/>
            <a:miter/>
          </a:ln>
        </p:spPr>
        <p:txBody>
          <a:bodyPr rtlCol="0" anchor="ctr"/>
          <a:lstStyle/>
          <a:p>
            <a:pPr>
              <a:lnSpc>
                <a:spcPct val="100000"/>
              </a:lnSpc>
              <a:spcAft>
                <a:spcPts val="600"/>
              </a:spcAft>
            </a:pPr>
            <a:endParaRPr lang="en-US" noProof="0"/>
          </a:p>
        </p:txBody>
      </p:sp>
      <p:grpSp>
        <p:nvGrpSpPr>
          <p:cNvPr id="5" name="Group 4">
            <a:extLst>
              <a:ext uri="{FF2B5EF4-FFF2-40B4-BE49-F238E27FC236}">
                <a16:creationId xmlns:a16="http://schemas.microsoft.com/office/drawing/2014/main" id="{E30434A3-4C3B-B0B3-E19C-42205437B82E}"/>
              </a:ext>
            </a:extLst>
          </p:cNvPr>
          <p:cNvGrpSpPr/>
          <p:nvPr userDrawn="1"/>
        </p:nvGrpSpPr>
        <p:grpSpPr>
          <a:xfrm>
            <a:off x="9282029" y="3963793"/>
            <a:ext cx="3431483" cy="3423544"/>
            <a:chOff x="-374847" y="5269565"/>
            <a:chExt cx="6153333" cy="6139097"/>
          </a:xfrm>
        </p:grpSpPr>
        <p:sp>
          <p:nvSpPr>
            <p:cNvPr id="8" name="Freeform 7">
              <a:extLst>
                <a:ext uri="{FF2B5EF4-FFF2-40B4-BE49-F238E27FC236}">
                  <a16:creationId xmlns:a16="http://schemas.microsoft.com/office/drawing/2014/main" id="{F94C62EA-D3DF-9F01-2516-89C2F14DAD3F}"/>
                </a:ext>
              </a:extLst>
            </p:cNvPr>
            <p:cNvSpPr/>
            <p:nvPr userDrawn="1"/>
          </p:nvSpPr>
          <p:spPr bwMode="gray">
            <a:xfrm rot="2700000">
              <a:off x="-239351" y="5390825"/>
              <a:ext cx="5882341" cy="6153333"/>
            </a:xfrm>
            <a:custGeom>
              <a:avLst/>
              <a:gdLst>
                <a:gd name="connsiteX0" fmla="*/ 0 w 5882340"/>
                <a:gd name="connsiteY0" fmla="*/ 0 h 6153333"/>
                <a:gd name="connsiteX1" fmla="*/ 2917697 w 5882340"/>
                <a:gd name="connsiteY1" fmla="*/ 0 h 6153333"/>
                <a:gd name="connsiteX2" fmla="*/ 5882340 w 5882340"/>
                <a:gd name="connsiteY2" fmla="*/ 2964642 h 6153333"/>
                <a:gd name="connsiteX3" fmla="*/ 2693649 w 5882340"/>
                <a:gd name="connsiteY3" fmla="*/ 6153333 h 6153333"/>
                <a:gd name="connsiteX4" fmla="*/ 0 w 5882340"/>
                <a:gd name="connsiteY4" fmla="*/ 6153333 h 6153333"/>
                <a:gd name="connsiteX5" fmla="*/ 0 w 5882340"/>
                <a:gd name="connsiteY5" fmla="*/ 2733861 h 6153333"/>
                <a:gd name="connsiteX6" fmla="*/ 511826 w 5882340"/>
                <a:gd name="connsiteY6" fmla="*/ 2733860 h 6153333"/>
                <a:gd name="connsiteX7" fmla="*/ 511826 w 5882340"/>
                <a:gd name="connsiteY7" fmla="*/ 1708501 h 6153333"/>
                <a:gd name="connsiteX8" fmla="*/ 0 w 5882340"/>
                <a:gd name="connsiteY8" fmla="*/ 1708500 h 6153333"/>
                <a:gd name="connsiteX9" fmla="*/ 0 w 5882340"/>
                <a:gd name="connsiteY9" fmla="*/ 0 h 615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2340" h="6153333">
                  <a:moveTo>
                    <a:pt x="0" y="0"/>
                  </a:moveTo>
                  <a:lnTo>
                    <a:pt x="2917697" y="0"/>
                  </a:lnTo>
                  <a:lnTo>
                    <a:pt x="5882340" y="2964642"/>
                  </a:lnTo>
                  <a:lnTo>
                    <a:pt x="2693649" y="6153333"/>
                  </a:lnTo>
                  <a:lnTo>
                    <a:pt x="0" y="6153333"/>
                  </a:lnTo>
                  <a:lnTo>
                    <a:pt x="0" y="2733861"/>
                  </a:lnTo>
                  <a:lnTo>
                    <a:pt x="511826" y="2733860"/>
                  </a:lnTo>
                  <a:lnTo>
                    <a:pt x="511826" y="1708501"/>
                  </a:lnTo>
                  <a:lnTo>
                    <a:pt x="0" y="1708500"/>
                  </a:lnTo>
                  <a:lnTo>
                    <a:pt x="0" y="0"/>
                  </a:ln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600" noProof="0">
                <a:solidFill>
                  <a:schemeClr val="tx1"/>
                </a:solidFill>
              </a:endParaRPr>
            </a:p>
          </p:txBody>
        </p:sp>
        <p:sp>
          <p:nvSpPr>
            <p:cNvPr id="9" name="Rectangle 8">
              <a:extLst>
                <a:ext uri="{FF2B5EF4-FFF2-40B4-BE49-F238E27FC236}">
                  <a16:creationId xmlns:a16="http://schemas.microsoft.com/office/drawing/2014/main" id="{58C32423-8C48-1A31-D44A-CC11E02F533C}"/>
                </a:ext>
              </a:extLst>
            </p:cNvPr>
            <p:cNvSpPr/>
            <p:nvPr userDrawn="1"/>
          </p:nvSpPr>
          <p:spPr bwMode="gray">
            <a:xfrm rot="2700000">
              <a:off x="713736" y="5269565"/>
              <a:ext cx="1025361" cy="1025361"/>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solidFill>
                  <a:schemeClr val="tx1"/>
                </a:solidFill>
              </a:endParaRPr>
            </a:p>
          </p:txBody>
        </p:sp>
      </p:grpSp>
      <p:sp>
        <p:nvSpPr>
          <p:cNvPr id="4" name="Rechteck 8">
            <a:extLst>
              <a:ext uri="{FF2B5EF4-FFF2-40B4-BE49-F238E27FC236}">
                <a16:creationId xmlns:a16="http://schemas.microsoft.com/office/drawing/2014/main" id="{0B74F136-E512-29C1-0D77-FD565721F308}"/>
              </a:ext>
            </a:extLst>
          </p:cNvPr>
          <p:cNvSpPr/>
          <p:nvPr userDrawn="1"/>
        </p:nvSpPr>
        <p:spPr bwMode="gray">
          <a:xfrm>
            <a:off x="10021824" y="4838217"/>
            <a:ext cx="1690751" cy="161497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r">
              <a:lnSpc>
                <a:spcPct val="100000"/>
              </a:lnSpc>
              <a:spcAft>
                <a:spcPts val="600"/>
              </a:spcAft>
            </a:pPr>
            <a:r>
              <a:rPr lang="en-US" sz="1000" b="1" noProof="0">
                <a:solidFill>
                  <a:schemeClr val="bg1"/>
                </a:solidFill>
              </a:rPr>
              <a:t>Copyright © Toluna</a:t>
            </a:r>
          </a:p>
          <a:p>
            <a:pPr algn="r">
              <a:lnSpc>
                <a:spcPct val="100000"/>
              </a:lnSpc>
              <a:spcAft>
                <a:spcPts val="600"/>
              </a:spcAft>
            </a:pPr>
            <a:r>
              <a:rPr lang="en-US" sz="900" noProof="0">
                <a:solidFill>
                  <a:schemeClr val="bg1"/>
                </a:solidFill>
              </a:rPr>
              <a:t>All rights reserved. Nothing from this report is allowed to be multiplied, to be stored in an automated file, or to be made public electronically, mechanical, by photocopies, recording or any other manner, without written consent of Toluna.</a:t>
            </a:r>
          </a:p>
        </p:txBody>
      </p:sp>
      <p:sp>
        <p:nvSpPr>
          <p:cNvPr id="18" name="Textplatzhalter 9">
            <a:extLst>
              <a:ext uri="{FF2B5EF4-FFF2-40B4-BE49-F238E27FC236}">
                <a16:creationId xmlns:a16="http://schemas.microsoft.com/office/drawing/2014/main" id="{C275FA53-45CD-C393-8652-162D834108EA}"/>
              </a:ext>
            </a:extLst>
          </p:cNvPr>
          <p:cNvSpPr>
            <a:spLocks noGrp="1"/>
          </p:cNvSpPr>
          <p:nvPr>
            <p:ph type="body" sz="quarter" idx="22" hasCustomPrompt="1"/>
          </p:nvPr>
        </p:nvSpPr>
        <p:spPr bwMode="gray">
          <a:xfrm>
            <a:off x="479425" y="1540574"/>
            <a:ext cx="3503431" cy="216000"/>
          </a:xfrm>
        </p:spPr>
        <p:txBody>
          <a:bodyPr anchor="ctr"/>
          <a:lstStyle>
            <a:lvl1pPr marL="0">
              <a:lnSpc>
                <a:spcPct val="120000"/>
              </a:lnSpc>
              <a:buFontTx/>
              <a:buNone/>
              <a:defRPr sz="1600" b="0">
                <a:solidFill>
                  <a:schemeClr val="bg2"/>
                </a:solidFill>
              </a:defRPr>
            </a:lvl1pPr>
            <a:lvl2pPr>
              <a:defRPr>
                <a:solidFill>
                  <a:schemeClr val="bg2"/>
                </a:solidFill>
              </a:defRPr>
            </a:lvl2pPr>
            <a:lvl3pPr marL="0" marR="0" indent="0" algn="l" defTabSz="914400" rtl="0" eaLnBrk="1" fontAlgn="auto" latinLnBrk="0" hangingPunct="1">
              <a:lnSpc>
                <a:spcPct val="100000"/>
              </a:lnSpc>
              <a:spcBef>
                <a:spcPts val="0"/>
              </a:spcBef>
              <a:spcAft>
                <a:spcPts val="0"/>
              </a:spcAft>
              <a:buClrTx/>
              <a:buSzPct val="100000"/>
              <a:buFontTx/>
              <a:buNone/>
              <a:tabLst/>
              <a:defRPr sz="1600" b="0">
                <a:solidFill>
                  <a:schemeClr val="bg2"/>
                </a:solidFill>
              </a:defRPr>
            </a:lvl3pPr>
            <a:lvl4pPr marL="0" indent="0">
              <a:lnSpc>
                <a:spcPct val="120000"/>
              </a:lnSpc>
              <a:buFontTx/>
              <a:buNone/>
              <a:defRPr sz="1600" b="0">
                <a:solidFill>
                  <a:schemeClr val="bg2"/>
                </a:solidFill>
              </a:defRPr>
            </a:lvl4pPr>
            <a:lvl5pPr marL="0" indent="0">
              <a:lnSpc>
                <a:spcPct val="120000"/>
              </a:lnSpc>
              <a:buFontTx/>
              <a:buNone/>
              <a:defRPr sz="1600" b="0">
                <a:solidFill>
                  <a:schemeClr val="bg2"/>
                </a:solidFill>
              </a:defRPr>
            </a:lvl5pPr>
            <a:lvl6pPr marL="0" indent="0">
              <a:lnSpc>
                <a:spcPct val="120000"/>
              </a:lnSpc>
              <a:buFontTx/>
              <a:buNone/>
              <a:defRPr sz="1600" b="0">
                <a:solidFill>
                  <a:schemeClr val="bg2"/>
                </a:solidFill>
              </a:defRPr>
            </a:lvl6pPr>
            <a:lvl7pPr marL="0" indent="0">
              <a:lnSpc>
                <a:spcPct val="120000"/>
              </a:lnSpc>
              <a:buFontTx/>
              <a:buNone/>
              <a:defRPr sz="1600" b="0">
                <a:solidFill>
                  <a:schemeClr val="bg2"/>
                </a:solidFill>
              </a:defRPr>
            </a:lvl7pPr>
            <a:lvl8pPr marL="0" indent="0">
              <a:lnSpc>
                <a:spcPct val="120000"/>
              </a:lnSpc>
              <a:buFontTx/>
              <a:buNone/>
              <a:defRPr sz="1600" b="0">
                <a:solidFill>
                  <a:schemeClr val="bg2"/>
                </a:solidFill>
              </a:defRPr>
            </a:lvl8pPr>
            <a:lvl9pPr marL="0" indent="0">
              <a:lnSpc>
                <a:spcPct val="100000"/>
              </a:lnSpc>
              <a:spcAft>
                <a:spcPts val="600"/>
              </a:spcAft>
              <a:buFontTx/>
              <a:buNone/>
              <a:defRPr sz="1600" b="0">
                <a:solidFill>
                  <a:schemeClr val="bg2"/>
                </a:solidFill>
              </a:defRPr>
            </a:lvl9pPr>
          </a:lstStyle>
          <a:p>
            <a:pPr lvl="8"/>
            <a:r>
              <a:rPr lang="en-US" noProof="0"/>
              <a:t>Name</a:t>
            </a:r>
          </a:p>
        </p:txBody>
      </p:sp>
      <p:sp>
        <p:nvSpPr>
          <p:cNvPr id="19" name="Textplatzhalter 9">
            <a:extLst>
              <a:ext uri="{FF2B5EF4-FFF2-40B4-BE49-F238E27FC236}">
                <a16:creationId xmlns:a16="http://schemas.microsoft.com/office/drawing/2014/main" id="{68072C3B-8054-CD8A-5816-C52C808FBE20}"/>
              </a:ext>
            </a:extLst>
          </p:cNvPr>
          <p:cNvSpPr>
            <a:spLocks noGrp="1"/>
          </p:cNvSpPr>
          <p:nvPr>
            <p:ph type="body" sz="quarter" idx="23" hasCustomPrompt="1"/>
          </p:nvPr>
        </p:nvSpPr>
        <p:spPr bwMode="gray">
          <a:xfrm>
            <a:off x="479425" y="1797100"/>
            <a:ext cx="3503431" cy="216000"/>
          </a:xfrm>
        </p:spPr>
        <p:txBody>
          <a:bodyPr anchor="ctr"/>
          <a:lstStyle>
            <a:lvl1pPr marL="0">
              <a:lnSpc>
                <a:spcPct val="100000"/>
              </a:lnSpc>
              <a:buFontTx/>
              <a:buNone/>
              <a:defRPr sz="1400" b="1">
                <a:solidFill>
                  <a:schemeClr val="tx1"/>
                </a:solidFill>
              </a:defRPr>
            </a:lvl1pPr>
            <a:lvl2pPr>
              <a:lnSpc>
                <a:spcPct val="100000"/>
              </a:lnSpc>
              <a:defRPr sz="1400" b="1">
                <a:solidFill>
                  <a:schemeClr val="tx1"/>
                </a:solidFill>
              </a:defRPr>
            </a:lvl2pPr>
            <a:lvl3pPr marL="0" marR="0" indent="0" algn="l" defTabSz="914400" rtl="0" eaLnBrk="1" fontAlgn="auto" latinLnBrk="0" hangingPunct="1">
              <a:lnSpc>
                <a:spcPct val="100000"/>
              </a:lnSpc>
              <a:spcBef>
                <a:spcPts val="0"/>
              </a:spcBef>
              <a:spcAft>
                <a:spcPts val="0"/>
              </a:spcAft>
              <a:buClrTx/>
              <a:buSzPct val="100000"/>
              <a:buFontTx/>
              <a:buNone/>
              <a:tabLst/>
              <a:defRPr sz="1400" b="1">
                <a:solidFill>
                  <a:schemeClr val="tx1"/>
                </a:solidFill>
              </a:defRPr>
            </a:lvl3pPr>
            <a:lvl4pPr marL="0" indent="0">
              <a:lnSpc>
                <a:spcPct val="100000"/>
              </a:lnSpc>
              <a:buFontTx/>
              <a:buNone/>
              <a:defRPr sz="1400" b="1">
                <a:solidFill>
                  <a:schemeClr val="tx1"/>
                </a:solidFill>
              </a:defRPr>
            </a:lvl4pPr>
            <a:lvl5pPr marL="0" indent="0">
              <a:lnSpc>
                <a:spcPct val="100000"/>
              </a:lnSpc>
              <a:buFontTx/>
              <a:buNone/>
              <a:defRPr sz="1400" b="1">
                <a:solidFill>
                  <a:schemeClr val="tx1"/>
                </a:solidFill>
              </a:defRPr>
            </a:lvl5pPr>
            <a:lvl6pPr marL="0" indent="0">
              <a:lnSpc>
                <a:spcPct val="100000"/>
              </a:lnSpc>
              <a:buFontTx/>
              <a:buNone/>
              <a:defRPr sz="1400" b="1">
                <a:solidFill>
                  <a:schemeClr val="tx1"/>
                </a:solidFill>
              </a:defRPr>
            </a:lvl6pPr>
            <a:lvl7pPr marL="0" indent="0">
              <a:lnSpc>
                <a:spcPct val="100000"/>
              </a:lnSpc>
              <a:buFontTx/>
              <a:buNone/>
              <a:defRPr sz="1400" b="1">
                <a:solidFill>
                  <a:schemeClr val="tx1"/>
                </a:solidFill>
              </a:defRPr>
            </a:lvl7pPr>
            <a:lvl8pPr marL="0" indent="0">
              <a:lnSpc>
                <a:spcPct val="100000"/>
              </a:lnSpc>
              <a:buFontTx/>
              <a:buNone/>
              <a:defRPr sz="1400" b="1">
                <a:solidFill>
                  <a:schemeClr val="tx1"/>
                </a:solidFill>
              </a:defRPr>
            </a:lvl8pPr>
            <a:lvl9pPr marL="0" indent="0">
              <a:lnSpc>
                <a:spcPct val="100000"/>
              </a:lnSpc>
              <a:spcAft>
                <a:spcPts val="600"/>
              </a:spcAft>
              <a:buFontTx/>
              <a:buNone/>
              <a:defRPr sz="1400" b="1">
                <a:solidFill>
                  <a:schemeClr val="tx1"/>
                </a:solidFill>
              </a:defRPr>
            </a:lvl9pPr>
          </a:lstStyle>
          <a:p>
            <a:pPr lvl="8"/>
            <a:r>
              <a:rPr lang="en-US" noProof="0"/>
              <a:t>Job title</a:t>
            </a:r>
          </a:p>
        </p:txBody>
      </p:sp>
      <p:sp>
        <p:nvSpPr>
          <p:cNvPr id="20" name="Textplatzhalter 9">
            <a:extLst>
              <a:ext uri="{FF2B5EF4-FFF2-40B4-BE49-F238E27FC236}">
                <a16:creationId xmlns:a16="http://schemas.microsoft.com/office/drawing/2014/main" id="{6AFFF231-AE76-61F6-01D0-51B9770A149C}"/>
              </a:ext>
            </a:extLst>
          </p:cNvPr>
          <p:cNvSpPr>
            <a:spLocks noGrp="1"/>
          </p:cNvSpPr>
          <p:nvPr>
            <p:ph type="body" sz="quarter" idx="24" hasCustomPrompt="1"/>
          </p:nvPr>
        </p:nvSpPr>
        <p:spPr bwMode="gray">
          <a:xfrm>
            <a:off x="479425" y="2053627"/>
            <a:ext cx="3503431" cy="216000"/>
          </a:xfrm>
        </p:spPr>
        <p:txBody>
          <a:bodyPr anchor="ctr"/>
          <a:lstStyle>
            <a:lvl1pPr marL="0">
              <a:lnSpc>
                <a:spcPct val="100000"/>
              </a:lnSpc>
              <a:spcAft>
                <a:spcPts val="600"/>
              </a:spcAft>
              <a:buFontTx/>
              <a:buNone/>
              <a:defRPr sz="1200" b="0">
                <a:solidFill>
                  <a:schemeClr val="tx1"/>
                </a:solidFill>
              </a:defRPr>
            </a:lvl1pPr>
            <a:lvl2pPr>
              <a:lnSpc>
                <a:spcPct val="100000"/>
              </a:lnSpc>
              <a:defRPr sz="1400" b="0">
                <a:solidFill>
                  <a:schemeClr val="tx1"/>
                </a:solidFill>
              </a:defRPr>
            </a:lvl2pPr>
            <a:lvl3pPr marL="0" marR="0" indent="0" algn="l" defTabSz="914400" rtl="0" eaLnBrk="1" fontAlgn="auto" latinLnBrk="0" hangingPunct="1">
              <a:lnSpc>
                <a:spcPct val="100000"/>
              </a:lnSpc>
              <a:spcBef>
                <a:spcPts val="0"/>
              </a:spcBef>
              <a:spcAft>
                <a:spcPts val="0"/>
              </a:spcAft>
              <a:buClrTx/>
              <a:buSzPct val="100000"/>
              <a:buFontTx/>
              <a:buNone/>
              <a:tabLst/>
              <a:defRPr sz="1400" b="0">
                <a:solidFill>
                  <a:schemeClr val="tx1"/>
                </a:solidFill>
              </a:defRPr>
            </a:lvl3pPr>
            <a:lvl4pPr marL="0" indent="0">
              <a:lnSpc>
                <a:spcPct val="100000"/>
              </a:lnSpc>
              <a:buFontTx/>
              <a:buNone/>
              <a:defRPr sz="1400" b="0">
                <a:solidFill>
                  <a:schemeClr val="tx1"/>
                </a:solidFill>
              </a:defRPr>
            </a:lvl4pPr>
            <a:lvl5pPr marL="0" indent="0">
              <a:lnSpc>
                <a:spcPct val="100000"/>
              </a:lnSpc>
              <a:buFontTx/>
              <a:buNone/>
              <a:defRPr sz="1400" b="0">
                <a:solidFill>
                  <a:schemeClr val="tx1"/>
                </a:solidFill>
              </a:defRPr>
            </a:lvl5pPr>
            <a:lvl6pPr marL="0" indent="0">
              <a:lnSpc>
                <a:spcPct val="100000"/>
              </a:lnSpc>
              <a:buFontTx/>
              <a:buNone/>
              <a:defRPr sz="1400" b="0">
                <a:solidFill>
                  <a:schemeClr val="tx1"/>
                </a:solidFill>
              </a:defRPr>
            </a:lvl6pPr>
            <a:lvl7pPr marL="0" indent="0">
              <a:lnSpc>
                <a:spcPct val="100000"/>
              </a:lnSpc>
              <a:buFontTx/>
              <a:buNone/>
              <a:defRPr sz="1400" b="0">
                <a:solidFill>
                  <a:schemeClr val="tx1"/>
                </a:solidFill>
              </a:defRPr>
            </a:lvl7pPr>
            <a:lvl8pPr marL="0" indent="0">
              <a:lnSpc>
                <a:spcPct val="100000"/>
              </a:lnSpc>
              <a:buFontTx/>
              <a:buNone/>
              <a:defRPr sz="1400" b="0">
                <a:solidFill>
                  <a:schemeClr val="tx1"/>
                </a:solidFill>
              </a:defRPr>
            </a:lvl8pPr>
            <a:lvl9pPr marL="0" indent="0">
              <a:lnSpc>
                <a:spcPct val="100000"/>
              </a:lnSpc>
              <a:buFontTx/>
              <a:buNone/>
              <a:defRPr sz="1400" b="0">
                <a:solidFill>
                  <a:schemeClr val="tx1"/>
                </a:solidFill>
              </a:defRPr>
            </a:lvl9pPr>
          </a:lstStyle>
          <a:p>
            <a:pPr lvl="0"/>
            <a:r>
              <a:rPr lang="en-US" noProof="0"/>
              <a:t>Email address</a:t>
            </a:r>
          </a:p>
        </p:txBody>
      </p:sp>
      <p:sp>
        <p:nvSpPr>
          <p:cNvPr id="21" name="Textplatzhalter 9">
            <a:extLst>
              <a:ext uri="{FF2B5EF4-FFF2-40B4-BE49-F238E27FC236}">
                <a16:creationId xmlns:a16="http://schemas.microsoft.com/office/drawing/2014/main" id="{A433E769-A0C0-E557-8AD6-12F0E061137F}"/>
              </a:ext>
            </a:extLst>
          </p:cNvPr>
          <p:cNvSpPr>
            <a:spLocks noGrp="1"/>
          </p:cNvSpPr>
          <p:nvPr>
            <p:ph type="body" sz="quarter" idx="25" hasCustomPrompt="1"/>
          </p:nvPr>
        </p:nvSpPr>
        <p:spPr bwMode="gray">
          <a:xfrm>
            <a:off x="479425" y="404244"/>
            <a:ext cx="3503431" cy="216000"/>
          </a:xfrm>
        </p:spPr>
        <p:txBody>
          <a:bodyPr anchor="ctr"/>
          <a:lstStyle>
            <a:lvl1pPr marL="0">
              <a:lnSpc>
                <a:spcPct val="120000"/>
              </a:lnSpc>
              <a:buFontTx/>
              <a:buNone/>
              <a:defRPr sz="1600" b="0">
                <a:solidFill>
                  <a:schemeClr val="bg2"/>
                </a:solidFill>
              </a:defRPr>
            </a:lvl1pPr>
            <a:lvl2pPr>
              <a:defRPr>
                <a:solidFill>
                  <a:schemeClr val="bg2"/>
                </a:solidFill>
              </a:defRPr>
            </a:lvl2pPr>
            <a:lvl3pPr marL="0" marR="0" indent="0" algn="l" defTabSz="914400" rtl="0" eaLnBrk="1" fontAlgn="auto" latinLnBrk="0" hangingPunct="1">
              <a:lnSpc>
                <a:spcPct val="120000"/>
              </a:lnSpc>
              <a:spcBef>
                <a:spcPts val="0"/>
              </a:spcBef>
              <a:spcAft>
                <a:spcPts val="0"/>
              </a:spcAft>
              <a:buClrTx/>
              <a:buSzPct val="100000"/>
              <a:buFontTx/>
              <a:buNone/>
              <a:tabLst/>
              <a:defRPr sz="1600" b="0">
                <a:solidFill>
                  <a:schemeClr val="bg2"/>
                </a:solidFill>
              </a:defRPr>
            </a:lvl3pPr>
            <a:lvl4pPr marL="0" indent="0">
              <a:lnSpc>
                <a:spcPct val="120000"/>
              </a:lnSpc>
              <a:buFontTx/>
              <a:buNone/>
              <a:defRPr sz="1600" b="0">
                <a:solidFill>
                  <a:schemeClr val="bg2"/>
                </a:solidFill>
              </a:defRPr>
            </a:lvl4pPr>
            <a:lvl5pPr marL="0" indent="0">
              <a:lnSpc>
                <a:spcPct val="120000"/>
              </a:lnSpc>
              <a:buFontTx/>
              <a:buNone/>
              <a:defRPr sz="1600" b="0">
                <a:solidFill>
                  <a:schemeClr val="bg2"/>
                </a:solidFill>
              </a:defRPr>
            </a:lvl5pPr>
            <a:lvl6pPr marL="0" indent="0">
              <a:lnSpc>
                <a:spcPct val="120000"/>
              </a:lnSpc>
              <a:buFontTx/>
              <a:buNone/>
              <a:defRPr sz="1600" b="0">
                <a:solidFill>
                  <a:schemeClr val="bg2"/>
                </a:solidFill>
              </a:defRPr>
            </a:lvl6pPr>
            <a:lvl7pPr marL="0" indent="0">
              <a:lnSpc>
                <a:spcPct val="120000"/>
              </a:lnSpc>
              <a:buFontTx/>
              <a:buNone/>
              <a:defRPr sz="1600" b="0">
                <a:solidFill>
                  <a:schemeClr val="bg2"/>
                </a:solidFill>
              </a:defRPr>
            </a:lvl7pPr>
            <a:lvl8pPr marL="0" indent="0">
              <a:lnSpc>
                <a:spcPct val="120000"/>
              </a:lnSpc>
              <a:buFontTx/>
              <a:buNone/>
              <a:defRPr sz="1600" b="0">
                <a:solidFill>
                  <a:schemeClr val="bg2"/>
                </a:solidFill>
              </a:defRPr>
            </a:lvl8pPr>
            <a:lvl9pPr marL="0" indent="0">
              <a:lnSpc>
                <a:spcPct val="100000"/>
              </a:lnSpc>
              <a:spcAft>
                <a:spcPts val="600"/>
              </a:spcAft>
              <a:buFontTx/>
              <a:buNone/>
              <a:defRPr sz="1600" b="0">
                <a:solidFill>
                  <a:schemeClr val="bg2"/>
                </a:solidFill>
              </a:defRPr>
            </a:lvl9pPr>
          </a:lstStyle>
          <a:p>
            <a:pPr lvl="8"/>
            <a:r>
              <a:rPr lang="en-US" noProof="0"/>
              <a:t>Name</a:t>
            </a:r>
          </a:p>
        </p:txBody>
      </p:sp>
      <p:sp>
        <p:nvSpPr>
          <p:cNvPr id="22" name="Textplatzhalter 9">
            <a:extLst>
              <a:ext uri="{FF2B5EF4-FFF2-40B4-BE49-F238E27FC236}">
                <a16:creationId xmlns:a16="http://schemas.microsoft.com/office/drawing/2014/main" id="{0BCF701A-04DB-9FBD-B392-068F5C28BB42}"/>
              </a:ext>
            </a:extLst>
          </p:cNvPr>
          <p:cNvSpPr>
            <a:spLocks noGrp="1"/>
          </p:cNvSpPr>
          <p:nvPr>
            <p:ph type="body" sz="quarter" idx="26" hasCustomPrompt="1"/>
          </p:nvPr>
        </p:nvSpPr>
        <p:spPr bwMode="gray">
          <a:xfrm>
            <a:off x="479425" y="660770"/>
            <a:ext cx="3503431" cy="216000"/>
          </a:xfrm>
        </p:spPr>
        <p:txBody>
          <a:bodyPr anchor="ctr"/>
          <a:lstStyle>
            <a:lvl1pPr marL="0">
              <a:lnSpc>
                <a:spcPct val="100000"/>
              </a:lnSpc>
              <a:buFontTx/>
              <a:buNone/>
              <a:defRPr sz="1400" b="1">
                <a:solidFill>
                  <a:schemeClr val="tx1"/>
                </a:solidFill>
              </a:defRPr>
            </a:lvl1pPr>
            <a:lvl2pPr>
              <a:lnSpc>
                <a:spcPct val="100000"/>
              </a:lnSpc>
              <a:defRPr sz="1400" b="1">
                <a:solidFill>
                  <a:schemeClr val="tx1"/>
                </a:solidFill>
              </a:defRPr>
            </a:lvl2pPr>
            <a:lvl3pPr marL="0" marR="0" indent="0" algn="l" defTabSz="914400" rtl="0" eaLnBrk="1" fontAlgn="auto" latinLnBrk="0" hangingPunct="1">
              <a:lnSpc>
                <a:spcPct val="100000"/>
              </a:lnSpc>
              <a:spcBef>
                <a:spcPts val="0"/>
              </a:spcBef>
              <a:spcAft>
                <a:spcPts val="0"/>
              </a:spcAft>
              <a:buClrTx/>
              <a:buSzPct val="100000"/>
              <a:buFontTx/>
              <a:buNone/>
              <a:tabLst/>
              <a:defRPr sz="1400" b="1">
                <a:solidFill>
                  <a:schemeClr val="tx1"/>
                </a:solidFill>
              </a:defRPr>
            </a:lvl3pPr>
            <a:lvl4pPr marL="0" indent="0">
              <a:lnSpc>
                <a:spcPct val="100000"/>
              </a:lnSpc>
              <a:buFontTx/>
              <a:buNone/>
              <a:defRPr sz="1400" b="1">
                <a:solidFill>
                  <a:schemeClr val="tx1"/>
                </a:solidFill>
              </a:defRPr>
            </a:lvl4pPr>
            <a:lvl5pPr marL="0" indent="0">
              <a:lnSpc>
                <a:spcPct val="100000"/>
              </a:lnSpc>
              <a:buFontTx/>
              <a:buNone/>
              <a:defRPr sz="1400" b="1">
                <a:solidFill>
                  <a:schemeClr val="tx1"/>
                </a:solidFill>
              </a:defRPr>
            </a:lvl5pPr>
            <a:lvl6pPr marL="0" indent="0">
              <a:lnSpc>
                <a:spcPct val="100000"/>
              </a:lnSpc>
              <a:buFontTx/>
              <a:buNone/>
              <a:defRPr sz="1400" b="1">
                <a:solidFill>
                  <a:schemeClr val="tx1"/>
                </a:solidFill>
              </a:defRPr>
            </a:lvl6pPr>
            <a:lvl7pPr marL="0" indent="0">
              <a:lnSpc>
                <a:spcPct val="100000"/>
              </a:lnSpc>
              <a:buFontTx/>
              <a:buNone/>
              <a:defRPr sz="1400" b="1">
                <a:solidFill>
                  <a:schemeClr val="tx1"/>
                </a:solidFill>
              </a:defRPr>
            </a:lvl7pPr>
            <a:lvl8pPr marL="0" indent="0">
              <a:lnSpc>
                <a:spcPct val="100000"/>
              </a:lnSpc>
              <a:buFontTx/>
              <a:buNone/>
              <a:defRPr sz="1400" b="1">
                <a:solidFill>
                  <a:schemeClr val="tx1"/>
                </a:solidFill>
              </a:defRPr>
            </a:lvl8pPr>
            <a:lvl9pPr marL="0" indent="0">
              <a:lnSpc>
                <a:spcPct val="100000"/>
              </a:lnSpc>
              <a:spcAft>
                <a:spcPts val="600"/>
              </a:spcAft>
              <a:buFontTx/>
              <a:buNone/>
              <a:defRPr sz="1400" b="1">
                <a:solidFill>
                  <a:schemeClr val="tx1"/>
                </a:solidFill>
              </a:defRPr>
            </a:lvl9pPr>
          </a:lstStyle>
          <a:p>
            <a:pPr lvl="8"/>
            <a:r>
              <a:rPr lang="en-US" noProof="0"/>
              <a:t>Job title</a:t>
            </a:r>
          </a:p>
        </p:txBody>
      </p:sp>
      <p:sp>
        <p:nvSpPr>
          <p:cNvPr id="23" name="Textplatzhalter 9">
            <a:extLst>
              <a:ext uri="{FF2B5EF4-FFF2-40B4-BE49-F238E27FC236}">
                <a16:creationId xmlns:a16="http://schemas.microsoft.com/office/drawing/2014/main" id="{4BD7BA8E-9504-2068-C6E2-C032A853F135}"/>
              </a:ext>
            </a:extLst>
          </p:cNvPr>
          <p:cNvSpPr>
            <a:spLocks noGrp="1"/>
          </p:cNvSpPr>
          <p:nvPr>
            <p:ph type="body" sz="quarter" idx="27" hasCustomPrompt="1"/>
          </p:nvPr>
        </p:nvSpPr>
        <p:spPr bwMode="gray">
          <a:xfrm>
            <a:off x="479425" y="917297"/>
            <a:ext cx="3503431" cy="216000"/>
          </a:xfrm>
        </p:spPr>
        <p:txBody>
          <a:bodyPr anchor="ctr"/>
          <a:lstStyle>
            <a:lvl1pPr marL="0">
              <a:lnSpc>
                <a:spcPct val="100000"/>
              </a:lnSpc>
              <a:spcAft>
                <a:spcPts val="600"/>
              </a:spcAft>
              <a:buFontTx/>
              <a:buNone/>
              <a:defRPr sz="1200" b="0">
                <a:solidFill>
                  <a:schemeClr val="tx1"/>
                </a:solidFill>
              </a:defRPr>
            </a:lvl1pPr>
            <a:lvl2pPr>
              <a:lnSpc>
                <a:spcPct val="100000"/>
              </a:lnSpc>
              <a:defRPr sz="1400" b="0">
                <a:solidFill>
                  <a:schemeClr val="tx1"/>
                </a:solidFill>
              </a:defRPr>
            </a:lvl2pPr>
            <a:lvl3pPr marL="0" marR="0" indent="0" algn="l" defTabSz="914400" rtl="0" eaLnBrk="1" fontAlgn="auto" latinLnBrk="0" hangingPunct="1">
              <a:lnSpc>
                <a:spcPct val="100000"/>
              </a:lnSpc>
              <a:spcBef>
                <a:spcPts val="0"/>
              </a:spcBef>
              <a:spcAft>
                <a:spcPts val="0"/>
              </a:spcAft>
              <a:buClrTx/>
              <a:buSzPct val="100000"/>
              <a:buFontTx/>
              <a:buNone/>
              <a:tabLst/>
              <a:defRPr sz="1400" b="0">
                <a:solidFill>
                  <a:schemeClr val="tx1"/>
                </a:solidFill>
              </a:defRPr>
            </a:lvl3pPr>
            <a:lvl4pPr marL="0" indent="0">
              <a:lnSpc>
                <a:spcPct val="100000"/>
              </a:lnSpc>
              <a:buFontTx/>
              <a:buNone/>
              <a:defRPr sz="1400" b="0">
                <a:solidFill>
                  <a:schemeClr val="tx1"/>
                </a:solidFill>
              </a:defRPr>
            </a:lvl4pPr>
            <a:lvl5pPr marL="0" indent="0">
              <a:lnSpc>
                <a:spcPct val="100000"/>
              </a:lnSpc>
              <a:buFontTx/>
              <a:buNone/>
              <a:defRPr sz="1400" b="0">
                <a:solidFill>
                  <a:schemeClr val="tx1"/>
                </a:solidFill>
              </a:defRPr>
            </a:lvl5pPr>
            <a:lvl6pPr marL="0" indent="0">
              <a:lnSpc>
                <a:spcPct val="100000"/>
              </a:lnSpc>
              <a:buFontTx/>
              <a:buNone/>
              <a:defRPr sz="1400" b="0">
                <a:solidFill>
                  <a:schemeClr val="tx1"/>
                </a:solidFill>
              </a:defRPr>
            </a:lvl6pPr>
            <a:lvl7pPr marL="0" indent="0">
              <a:lnSpc>
                <a:spcPct val="100000"/>
              </a:lnSpc>
              <a:buFontTx/>
              <a:buNone/>
              <a:defRPr sz="1400" b="0">
                <a:solidFill>
                  <a:schemeClr val="tx1"/>
                </a:solidFill>
              </a:defRPr>
            </a:lvl7pPr>
            <a:lvl8pPr marL="0" indent="0">
              <a:lnSpc>
                <a:spcPct val="100000"/>
              </a:lnSpc>
              <a:buFontTx/>
              <a:buNone/>
              <a:defRPr sz="1400" b="0">
                <a:solidFill>
                  <a:schemeClr val="tx1"/>
                </a:solidFill>
              </a:defRPr>
            </a:lvl8pPr>
            <a:lvl9pPr marL="0" indent="0">
              <a:lnSpc>
                <a:spcPct val="100000"/>
              </a:lnSpc>
              <a:buFontTx/>
              <a:buNone/>
              <a:defRPr sz="1400" b="0">
                <a:solidFill>
                  <a:schemeClr val="tx1"/>
                </a:solidFill>
              </a:defRPr>
            </a:lvl9pPr>
          </a:lstStyle>
          <a:p>
            <a:pPr lvl="0"/>
            <a:r>
              <a:rPr lang="en-US" noProof="0"/>
              <a:t>Email address</a:t>
            </a:r>
          </a:p>
        </p:txBody>
      </p:sp>
      <p:pic>
        <p:nvPicPr>
          <p:cNvPr id="3" name="Graphic 2">
            <a:extLst>
              <a:ext uri="{FF2B5EF4-FFF2-40B4-BE49-F238E27FC236}">
                <a16:creationId xmlns:a16="http://schemas.microsoft.com/office/drawing/2014/main" id="{BD825337-D28F-6AC5-170E-2C7808B5152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478411" y="414391"/>
            <a:ext cx="1222603" cy="227109"/>
          </a:xfrm>
          <a:prstGeom prst="rect">
            <a:avLst/>
          </a:prstGeom>
        </p:spPr>
      </p:pic>
      <p:grpSp>
        <p:nvGrpSpPr>
          <p:cNvPr id="11" name="Group 10">
            <a:extLst>
              <a:ext uri="{FF2B5EF4-FFF2-40B4-BE49-F238E27FC236}">
                <a16:creationId xmlns:a16="http://schemas.microsoft.com/office/drawing/2014/main" id="{D6EECDC8-00DC-C288-57EC-570D54E56D73}"/>
              </a:ext>
            </a:extLst>
          </p:cNvPr>
          <p:cNvGrpSpPr/>
          <p:nvPr userDrawn="1"/>
        </p:nvGrpSpPr>
        <p:grpSpPr>
          <a:xfrm>
            <a:off x="5047466" y="2016602"/>
            <a:ext cx="4893078" cy="2789654"/>
            <a:chOff x="-3395416" y="1802240"/>
            <a:chExt cx="4848169" cy="2764051"/>
          </a:xfrm>
        </p:grpSpPr>
        <p:sp>
          <p:nvSpPr>
            <p:cNvPr id="12" name="TextBox 11">
              <a:extLst>
                <a:ext uri="{FF2B5EF4-FFF2-40B4-BE49-F238E27FC236}">
                  <a16:creationId xmlns:a16="http://schemas.microsoft.com/office/drawing/2014/main" id="{AC70DF68-109E-96BD-4029-35E7E08D7A93}"/>
                </a:ext>
              </a:extLst>
            </p:cNvPr>
            <p:cNvSpPr txBox="1"/>
            <p:nvPr userDrawn="1"/>
          </p:nvSpPr>
          <p:spPr bwMode="gray">
            <a:xfrm>
              <a:off x="-3395416" y="1802240"/>
              <a:ext cx="4848169" cy="2764051"/>
            </a:xfrm>
            <a:custGeom>
              <a:avLst/>
              <a:gdLst/>
              <a:ahLst/>
              <a:cxnLst/>
              <a:rect l="l" t="t" r="r" b="b"/>
              <a:pathLst>
                <a:path w="4848169" h="2764051">
                  <a:moveTo>
                    <a:pt x="2290223" y="1688359"/>
                  </a:moveTo>
                  <a:cubicBezTo>
                    <a:pt x="2217644" y="1688359"/>
                    <a:pt x="2157210" y="1713604"/>
                    <a:pt x="2108922" y="1764094"/>
                  </a:cubicBezTo>
                  <a:cubicBezTo>
                    <a:pt x="2060634" y="1814584"/>
                    <a:pt x="2036490" y="1879194"/>
                    <a:pt x="2036490" y="1957924"/>
                  </a:cubicBezTo>
                  <a:cubicBezTo>
                    <a:pt x="2036490" y="2038936"/>
                    <a:pt x="2060348" y="2104544"/>
                    <a:pt x="2108066" y="2154749"/>
                  </a:cubicBezTo>
                  <a:cubicBezTo>
                    <a:pt x="2155784" y="2204954"/>
                    <a:pt x="2216217" y="2230056"/>
                    <a:pt x="2289367" y="2230056"/>
                  </a:cubicBezTo>
                  <a:cubicBezTo>
                    <a:pt x="2362517" y="2230056"/>
                    <a:pt x="2423379" y="2204668"/>
                    <a:pt x="2471952" y="2153893"/>
                  </a:cubicBezTo>
                  <a:cubicBezTo>
                    <a:pt x="2520525" y="2103118"/>
                    <a:pt x="2544812" y="2037795"/>
                    <a:pt x="2544812" y="1957924"/>
                  </a:cubicBezTo>
                  <a:cubicBezTo>
                    <a:pt x="2544812" y="1878053"/>
                    <a:pt x="2520953" y="1813157"/>
                    <a:pt x="2473236" y="1763238"/>
                  </a:cubicBezTo>
                  <a:cubicBezTo>
                    <a:pt x="2425518" y="1713318"/>
                    <a:pt x="2364514" y="1688359"/>
                    <a:pt x="2290223" y="1688359"/>
                  </a:cubicBezTo>
                  <a:close/>
                  <a:moveTo>
                    <a:pt x="2934072" y="1492389"/>
                  </a:moveTo>
                  <a:lnTo>
                    <a:pt x="3170262" y="1492389"/>
                  </a:lnTo>
                  <a:lnTo>
                    <a:pt x="3170262" y="1940808"/>
                  </a:lnTo>
                  <a:cubicBezTo>
                    <a:pt x="3170262" y="2028096"/>
                    <a:pt x="3176268" y="2088713"/>
                    <a:pt x="3188280" y="2122658"/>
                  </a:cubicBezTo>
                  <a:cubicBezTo>
                    <a:pt x="3200292" y="2156603"/>
                    <a:pt x="3219593" y="2182989"/>
                    <a:pt x="3246184" y="2201816"/>
                  </a:cubicBezTo>
                  <a:cubicBezTo>
                    <a:pt x="3272775" y="2220643"/>
                    <a:pt x="3305517" y="2230056"/>
                    <a:pt x="3344410" y="2230056"/>
                  </a:cubicBezTo>
                  <a:cubicBezTo>
                    <a:pt x="3383302" y="2230056"/>
                    <a:pt x="3416332" y="2220785"/>
                    <a:pt x="3443498" y="2202244"/>
                  </a:cubicBezTo>
                  <a:cubicBezTo>
                    <a:pt x="3470663" y="2183702"/>
                    <a:pt x="3490821" y="2156460"/>
                    <a:pt x="3503969" y="2120518"/>
                  </a:cubicBezTo>
                  <a:cubicBezTo>
                    <a:pt x="3513694" y="2093705"/>
                    <a:pt x="3518557" y="2036369"/>
                    <a:pt x="3518557" y="1948510"/>
                  </a:cubicBezTo>
                  <a:lnTo>
                    <a:pt x="3518557" y="1492389"/>
                  </a:lnTo>
                  <a:lnTo>
                    <a:pt x="3752180" y="1492389"/>
                  </a:lnTo>
                  <a:lnTo>
                    <a:pt x="3752180" y="1886895"/>
                  </a:lnTo>
                  <a:cubicBezTo>
                    <a:pt x="3752180" y="2049490"/>
                    <a:pt x="3739344" y="2160739"/>
                    <a:pt x="3713671" y="2220643"/>
                  </a:cubicBezTo>
                  <a:cubicBezTo>
                    <a:pt x="3682293" y="2293667"/>
                    <a:pt x="3636082" y="2349720"/>
                    <a:pt x="3575038" y="2388800"/>
                  </a:cubicBezTo>
                  <a:cubicBezTo>
                    <a:pt x="3513993" y="2427880"/>
                    <a:pt x="3436404" y="2447419"/>
                    <a:pt x="3342270" y="2447419"/>
                  </a:cubicBezTo>
                  <a:cubicBezTo>
                    <a:pt x="3240149" y="2447419"/>
                    <a:pt x="3157568" y="2424599"/>
                    <a:pt x="3094527" y="2378958"/>
                  </a:cubicBezTo>
                  <a:cubicBezTo>
                    <a:pt x="3031486" y="2333318"/>
                    <a:pt x="2987129" y="2269706"/>
                    <a:pt x="2961456" y="2188124"/>
                  </a:cubicBezTo>
                  <a:cubicBezTo>
                    <a:pt x="2943200" y="2131643"/>
                    <a:pt x="2934072" y="2028952"/>
                    <a:pt x="2934072" y="1880049"/>
                  </a:cubicBezTo>
                  <a:close/>
                  <a:moveTo>
                    <a:pt x="831371" y="1492389"/>
                  </a:moveTo>
                  <a:lnTo>
                    <a:pt x="1070116" y="1492389"/>
                  </a:lnTo>
                  <a:lnTo>
                    <a:pt x="1311962" y="2076594"/>
                  </a:lnTo>
                  <a:lnTo>
                    <a:pt x="1578826" y="1492389"/>
                  </a:lnTo>
                  <a:lnTo>
                    <a:pt x="1818252" y="1492389"/>
                  </a:lnTo>
                  <a:lnTo>
                    <a:pt x="1235130" y="2764051"/>
                  </a:lnTo>
                  <a:lnTo>
                    <a:pt x="993846" y="2764051"/>
                  </a:lnTo>
                  <a:lnTo>
                    <a:pt x="1185296" y="2353981"/>
                  </a:lnTo>
                  <a:close/>
                  <a:moveTo>
                    <a:pt x="2286372" y="1468428"/>
                  </a:moveTo>
                  <a:cubicBezTo>
                    <a:pt x="2374230" y="1468428"/>
                    <a:pt x="2456811" y="1490393"/>
                    <a:pt x="2534115" y="1534322"/>
                  </a:cubicBezTo>
                  <a:cubicBezTo>
                    <a:pt x="2611419" y="1578251"/>
                    <a:pt x="2671750" y="1637869"/>
                    <a:pt x="2715109" y="1713176"/>
                  </a:cubicBezTo>
                  <a:cubicBezTo>
                    <a:pt x="2758467" y="1788483"/>
                    <a:pt x="2780147" y="1869780"/>
                    <a:pt x="2780147" y="1957068"/>
                  </a:cubicBezTo>
                  <a:cubicBezTo>
                    <a:pt x="2780147" y="2044926"/>
                    <a:pt x="2758325" y="2127079"/>
                    <a:pt x="2714681" y="2203527"/>
                  </a:cubicBezTo>
                  <a:cubicBezTo>
                    <a:pt x="2671037" y="2279975"/>
                    <a:pt x="2611562" y="2339736"/>
                    <a:pt x="2536255" y="2382809"/>
                  </a:cubicBezTo>
                  <a:cubicBezTo>
                    <a:pt x="2460947" y="2425883"/>
                    <a:pt x="2377939" y="2447419"/>
                    <a:pt x="2287228" y="2447419"/>
                  </a:cubicBezTo>
                  <a:cubicBezTo>
                    <a:pt x="2153729" y="2447419"/>
                    <a:pt x="2039770" y="2399925"/>
                    <a:pt x="1945351" y="2304935"/>
                  </a:cubicBezTo>
                  <a:cubicBezTo>
                    <a:pt x="1850932" y="2209946"/>
                    <a:pt x="1803723" y="2094560"/>
                    <a:pt x="1803723" y="1958779"/>
                  </a:cubicBezTo>
                  <a:cubicBezTo>
                    <a:pt x="1803723" y="1813300"/>
                    <a:pt x="1857065" y="1692067"/>
                    <a:pt x="1963750" y="1595081"/>
                  </a:cubicBezTo>
                  <a:cubicBezTo>
                    <a:pt x="2057313" y="1510645"/>
                    <a:pt x="2164854" y="1468428"/>
                    <a:pt x="2286372" y="1468428"/>
                  </a:cubicBezTo>
                  <a:close/>
                  <a:moveTo>
                    <a:pt x="2244975" y="551111"/>
                  </a:moveTo>
                  <a:cubicBezTo>
                    <a:pt x="2172761" y="551111"/>
                    <a:pt x="2112773" y="576641"/>
                    <a:pt x="2065011" y="627701"/>
                  </a:cubicBezTo>
                  <a:cubicBezTo>
                    <a:pt x="2017248" y="678762"/>
                    <a:pt x="1993367" y="744228"/>
                    <a:pt x="1993367" y="824099"/>
                  </a:cubicBezTo>
                  <a:cubicBezTo>
                    <a:pt x="1993367" y="904540"/>
                    <a:pt x="2017674" y="970719"/>
                    <a:pt x="2066287" y="1022635"/>
                  </a:cubicBezTo>
                  <a:cubicBezTo>
                    <a:pt x="2114901" y="1074552"/>
                    <a:pt x="2174744" y="1100510"/>
                    <a:pt x="2245817" y="1100510"/>
                  </a:cubicBezTo>
                  <a:cubicBezTo>
                    <a:pt x="2319172" y="1100510"/>
                    <a:pt x="2380013" y="1074980"/>
                    <a:pt x="2428341" y="1023919"/>
                  </a:cubicBezTo>
                  <a:cubicBezTo>
                    <a:pt x="2476670" y="972859"/>
                    <a:pt x="2500834" y="905967"/>
                    <a:pt x="2500834" y="823243"/>
                  </a:cubicBezTo>
                  <a:cubicBezTo>
                    <a:pt x="2500834" y="742231"/>
                    <a:pt x="2476670" y="676622"/>
                    <a:pt x="2428341" y="626418"/>
                  </a:cubicBezTo>
                  <a:cubicBezTo>
                    <a:pt x="2380013" y="576213"/>
                    <a:pt x="2318891" y="551111"/>
                    <a:pt x="2244975" y="551111"/>
                  </a:cubicBezTo>
                  <a:close/>
                  <a:moveTo>
                    <a:pt x="3427446" y="335459"/>
                  </a:moveTo>
                  <a:cubicBezTo>
                    <a:pt x="3519734" y="335459"/>
                    <a:pt x="3598068" y="367693"/>
                    <a:pt x="3662446" y="432160"/>
                  </a:cubicBezTo>
                  <a:cubicBezTo>
                    <a:pt x="3716564" y="486929"/>
                    <a:pt x="3743623" y="567941"/>
                    <a:pt x="3743623" y="675196"/>
                  </a:cubicBezTo>
                  <a:lnTo>
                    <a:pt x="3743623" y="1290489"/>
                  </a:lnTo>
                  <a:lnTo>
                    <a:pt x="3512567" y="1290489"/>
                  </a:lnTo>
                  <a:lnTo>
                    <a:pt x="3512567" y="882759"/>
                  </a:lnTo>
                  <a:cubicBezTo>
                    <a:pt x="3512567" y="771643"/>
                    <a:pt x="3507586" y="697849"/>
                    <a:pt x="3497625" y="661377"/>
                  </a:cubicBezTo>
                  <a:cubicBezTo>
                    <a:pt x="3487663" y="624905"/>
                    <a:pt x="3470303" y="597124"/>
                    <a:pt x="3445544" y="578034"/>
                  </a:cubicBezTo>
                  <a:cubicBezTo>
                    <a:pt x="3420785" y="558944"/>
                    <a:pt x="3390193" y="549399"/>
                    <a:pt x="3353770" y="549399"/>
                  </a:cubicBezTo>
                  <a:cubicBezTo>
                    <a:pt x="3306534" y="549399"/>
                    <a:pt x="3265983" y="565213"/>
                    <a:pt x="3232118" y="596841"/>
                  </a:cubicBezTo>
                  <a:cubicBezTo>
                    <a:pt x="3198253" y="628468"/>
                    <a:pt x="3174773" y="672206"/>
                    <a:pt x="3161678" y="728053"/>
                  </a:cubicBezTo>
                  <a:cubicBezTo>
                    <a:pt x="3154850" y="757113"/>
                    <a:pt x="3151436" y="820078"/>
                    <a:pt x="3151436" y="916949"/>
                  </a:cubicBezTo>
                  <a:lnTo>
                    <a:pt x="3151436" y="1290489"/>
                  </a:lnTo>
                  <a:lnTo>
                    <a:pt x="2917813" y="1290489"/>
                  </a:lnTo>
                  <a:lnTo>
                    <a:pt x="2917813" y="359420"/>
                  </a:lnTo>
                  <a:lnTo>
                    <a:pt x="3151436" y="359420"/>
                  </a:lnTo>
                  <a:lnTo>
                    <a:pt x="3151436" y="454838"/>
                  </a:lnTo>
                  <a:cubicBezTo>
                    <a:pt x="3204413" y="410177"/>
                    <a:pt x="3252407" y="379116"/>
                    <a:pt x="3295418" y="361653"/>
                  </a:cubicBezTo>
                  <a:cubicBezTo>
                    <a:pt x="3338429" y="344190"/>
                    <a:pt x="3382438" y="335459"/>
                    <a:pt x="3427446" y="335459"/>
                  </a:cubicBezTo>
                  <a:close/>
                  <a:moveTo>
                    <a:pt x="2197386" y="335459"/>
                  </a:moveTo>
                  <a:cubicBezTo>
                    <a:pt x="2253225" y="335459"/>
                    <a:pt x="2305647" y="346013"/>
                    <a:pt x="2354653" y="367122"/>
                  </a:cubicBezTo>
                  <a:cubicBezTo>
                    <a:pt x="2403658" y="388231"/>
                    <a:pt x="2448962" y="419894"/>
                    <a:pt x="2490565" y="462112"/>
                  </a:cubicBezTo>
                  <a:lnTo>
                    <a:pt x="2490565" y="359420"/>
                  </a:lnTo>
                  <a:lnTo>
                    <a:pt x="2724188" y="359420"/>
                  </a:lnTo>
                  <a:lnTo>
                    <a:pt x="2724188" y="1290489"/>
                  </a:lnTo>
                  <a:lnTo>
                    <a:pt x="2490565" y="1290489"/>
                  </a:lnTo>
                  <a:lnTo>
                    <a:pt x="2490565" y="1192076"/>
                  </a:lnTo>
                  <a:cubicBezTo>
                    <a:pt x="2444977" y="1235435"/>
                    <a:pt x="2399248" y="1266670"/>
                    <a:pt x="2353375" y="1285782"/>
                  </a:cubicBezTo>
                  <a:cubicBezTo>
                    <a:pt x="2307503" y="1304894"/>
                    <a:pt x="2257784" y="1314450"/>
                    <a:pt x="2204219" y="1314450"/>
                  </a:cubicBezTo>
                  <a:cubicBezTo>
                    <a:pt x="2083984" y="1314450"/>
                    <a:pt x="1979989" y="1267811"/>
                    <a:pt x="1892234" y="1174533"/>
                  </a:cubicBezTo>
                  <a:cubicBezTo>
                    <a:pt x="1804478" y="1081255"/>
                    <a:pt x="1760600" y="965299"/>
                    <a:pt x="1760600" y="826666"/>
                  </a:cubicBezTo>
                  <a:cubicBezTo>
                    <a:pt x="1760600" y="682898"/>
                    <a:pt x="1803054" y="565088"/>
                    <a:pt x="1887961" y="473236"/>
                  </a:cubicBezTo>
                  <a:cubicBezTo>
                    <a:pt x="1972869" y="381385"/>
                    <a:pt x="2076011" y="335459"/>
                    <a:pt x="2197386" y="335459"/>
                  </a:cubicBezTo>
                  <a:close/>
                  <a:moveTo>
                    <a:pt x="0" y="31663"/>
                  </a:moveTo>
                  <a:lnTo>
                    <a:pt x="695735" y="31663"/>
                  </a:lnTo>
                  <a:lnTo>
                    <a:pt x="695735" y="267854"/>
                  </a:lnTo>
                  <a:lnTo>
                    <a:pt x="466391" y="267854"/>
                  </a:lnTo>
                  <a:lnTo>
                    <a:pt x="466391" y="1290489"/>
                  </a:lnTo>
                  <a:lnTo>
                    <a:pt x="223354" y="1290489"/>
                  </a:lnTo>
                  <a:lnTo>
                    <a:pt x="223354" y="267854"/>
                  </a:lnTo>
                  <a:lnTo>
                    <a:pt x="0" y="267854"/>
                  </a:lnTo>
                  <a:close/>
                  <a:moveTo>
                    <a:pt x="3929174" y="0"/>
                  </a:moveTo>
                  <a:lnTo>
                    <a:pt x="4162797" y="0"/>
                  </a:lnTo>
                  <a:lnTo>
                    <a:pt x="4162797" y="743283"/>
                  </a:lnTo>
                  <a:lnTo>
                    <a:pt x="4506813" y="359420"/>
                  </a:lnTo>
                  <a:lnTo>
                    <a:pt x="4800206" y="359420"/>
                  </a:lnTo>
                  <a:lnTo>
                    <a:pt x="4399121" y="805660"/>
                  </a:lnTo>
                  <a:lnTo>
                    <a:pt x="4848169" y="1290489"/>
                  </a:lnTo>
                  <a:lnTo>
                    <a:pt x="4558159" y="1290489"/>
                  </a:lnTo>
                  <a:lnTo>
                    <a:pt x="4162797" y="861378"/>
                  </a:lnTo>
                  <a:lnTo>
                    <a:pt x="4162797" y="1290489"/>
                  </a:lnTo>
                  <a:lnTo>
                    <a:pt x="3929174" y="1290489"/>
                  </a:lnTo>
                  <a:close/>
                  <a:moveTo>
                    <a:pt x="794594" y="0"/>
                  </a:moveTo>
                  <a:lnTo>
                    <a:pt x="1026506" y="0"/>
                  </a:lnTo>
                  <a:lnTo>
                    <a:pt x="1026506" y="453554"/>
                  </a:lnTo>
                  <a:cubicBezTo>
                    <a:pt x="1072146" y="414189"/>
                    <a:pt x="1118072" y="384665"/>
                    <a:pt x="1164283" y="364983"/>
                  </a:cubicBezTo>
                  <a:cubicBezTo>
                    <a:pt x="1210494" y="345300"/>
                    <a:pt x="1257276" y="335459"/>
                    <a:pt x="1304628" y="335459"/>
                  </a:cubicBezTo>
                  <a:cubicBezTo>
                    <a:pt x="1397050" y="335459"/>
                    <a:pt x="1474924" y="367407"/>
                    <a:pt x="1538251" y="431304"/>
                  </a:cubicBezTo>
                  <a:cubicBezTo>
                    <a:pt x="1592449" y="486643"/>
                    <a:pt x="1619548" y="567941"/>
                    <a:pt x="1619548" y="675196"/>
                  </a:cubicBezTo>
                  <a:lnTo>
                    <a:pt x="1619548" y="1290489"/>
                  </a:lnTo>
                  <a:lnTo>
                    <a:pt x="1389349" y="1290489"/>
                  </a:lnTo>
                  <a:lnTo>
                    <a:pt x="1389349" y="882291"/>
                  </a:lnTo>
                  <a:cubicBezTo>
                    <a:pt x="1389348" y="774465"/>
                    <a:pt x="1384214" y="701440"/>
                    <a:pt x="1373945" y="663216"/>
                  </a:cubicBezTo>
                  <a:cubicBezTo>
                    <a:pt x="1363675" y="624992"/>
                    <a:pt x="1346133" y="596466"/>
                    <a:pt x="1321316" y="577639"/>
                  </a:cubicBezTo>
                  <a:cubicBezTo>
                    <a:pt x="1296498" y="558813"/>
                    <a:pt x="1265834" y="549399"/>
                    <a:pt x="1229321" y="549399"/>
                  </a:cubicBezTo>
                  <a:cubicBezTo>
                    <a:pt x="1181969" y="549399"/>
                    <a:pt x="1141320" y="565088"/>
                    <a:pt x="1107375" y="596466"/>
                  </a:cubicBezTo>
                  <a:cubicBezTo>
                    <a:pt x="1073430" y="627844"/>
                    <a:pt x="1049896" y="670632"/>
                    <a:pt x="1036775" y="724830"/>
                  </a:cubicBezTo>
                  <a:cubicBezTo>
                    <a:pt x="1029929" y="752785"/>
                    <a:pt x="1026506" y="816682"/>
                    <a:pt x="1026506" y="916521"/>
                  </a:cubicBezTo>
                  <a:lnTo>
                    <a:pt x="1026506" y="1290489"/>
                  </a:lnTo>
                  <a:lnTo>
                    <a:pt x="794594" y="1290489"/>
                  </a:lnTo>
                  <a:close/>
                </a:path>
              </a:pathLst>
            </a:custGeom>
            <a:solidFill>
              <a:schemeClr val="bg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algn="ctr">
                <a:lnSpc>
                  <a:spcPts val="9000"/>
                </a:lnSpc>
                <a:buSzPct val="80000"/>
                <a:buFontTx/>
                <a:buNone/>
              </a:pPr>
              <a:endParaRPr lang="en-US" sz="13800" b="1" i="0" kern="1200" spc="-300" noProof="0">
                <a:solidFill>
                  <a:schemeClr val="bg2"/>
                </a:solidFill>
                <a:latin typeface="+mj-lt"/>
                <a:ea typeface="+mj-ea"/>
                <a:cs typeface="+mj-cs"/>
              </a:endParaRPr>
            </a:p>
          </p:txBody>
        </p:sp>
        <p:sp>
          <p:nvSpPr>
            <p:cNvPr id="13" name="Freeform 12">
              <a:extLst>
                <a:ext uri="{FF2B5EF4-FFF2-40B4-BE49-F238E27FC236}">
                  <a16:creationId xmlns:a16="http://schemas.microsoft.com/office/drawing/2014/main" id="{A964302B-D56F-AC30-2987-44EA72489033}"/>
                </a:ext>
              </a:extLst>
            </p:cNvPr>
            <p:cNvSpPr/>
            <p:nvPr userDrawn="1"/>
          </p:nvSpPr>
          <p:spPr bwMode="gray">
            <a:xfrm rot="2700000">
              <a:off x="532041" y="3920257"/>
              <a:ext cx="254047" cy="254047"/>
            </a:xfrm>
            <a:custGeom>
              <a:avLst/>
              <a:gdLst>
                <a:gd name="connsiteX0" fmla="*/ 0 w 254047"/>
                <a:gd name="connsiteY0" fmla="*/ 0 h 254047"/>
                <a:gd name="connsiteX1" fmla="*/ 254047 w 254047"/>
                <a:gd name="connsiteY1" fmla="*/ 0 h 254047"/>
                <a:gd name="connsiteX2" fmla="*/ 254047 w 254047"/>
                <a:gd name="connsiteY2" fmla="*/ 254047 h 254047"/>
                <a:gd name="connsiteX3" fmla="*/ 0 w 254047"/>
                <a:gd name="connsiteY3" fmla="*/ 254047 h 254047"/>
              </a:gdLst>
              <a:ahLst/>
              <a:cxnLst>
                <a:cxn ang="0">
                  <a:pos x="connsiteX0" y="connsiteY0"/>
                </a:cxn>
                <a:cxn ang="0">
                  <a:pos x="connsiteX1" y="connsiteY1"/>
                </a:cxn>
                <a:cxn ang="0">
                  <a:pos x="connsiteX2" y="connsiteY2"/>
                </a:cxn>
                <a:cxn ang="0">
                  <a:pos x="connsiteX3" y="connsiteY3"/>
                </a:cxn>
              </a:cxnLst>
              <a:rect l="l" t="t" r="r" b="b"/>
              <a:pathLst>
                <a:path w="254047" h="254047">
                  <a:moveTo>
                    <a:pt x="0" y="0"/>
                  </a:moveTo>
                  <a:lnTo>
                    <a:pt x="254047" y="0"/>
                  </a:lnTo>
                  <a:lnTo>
                    <a:pt x="254047" y="254047"/>
                  </a:lnTo>
                  <a:lnTo>
                    <a:pt x="0" y="254047"/>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grpSp>
    </p:spTree>
    <p:extLst>
      <p:ext uri="{BB962C8B-B14F-4D97-AF65-F5344CB8AC3E}">
        <p14:creationId xmlns:p14="http://schemas.microsoft.com/office/powerpoint/2010/main" val="227072177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with picture">
    <p:bg>
      <p:bgPr>
        <a:solidFill>
          <a:schemeClr val="bg1"/>
        </a:solidFill>
        <a:effectLst/>
      </p:bgPr>
    </p:bg>
    <p:spTree>
      <p:nvGrpSpPr>
        <p:cNvPr id="1" name=""/>
        <p:cNvGrpSpPr/>
        <p:nvPr/>
      </p:nvGrpSpPr>
      <p:grpSpPr>
        <a:xfrm>
          <a:off x="0" y="0"/>
          <a:ext cx="0" cy="0"/>
          <a:chOff x="0" y="0"/>
          <a:chExt cx="0" cy="0"/>
        </a:xfrm>
      </p:grpSpPr>
      <p:pic>
        <p:nvPicPr>
          <p:cNvPr id="41" name="Graphic 40">
            <a:extLst>
              <a:ext uri="{FF2B5EF4-FFF2-40B4-BE49-F238E27FC236}">
                <a16:creationId xmlns:a16="http://schemas.microsoft.com/office/drawing/2014/main" id="{836BC086-CAB9-F19E-7A29-213BE33E4F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9424" y="414391"/>
            <a:ext cx="1732884" cy="316533"/>
          </a:xfrm>
          <a:prstGeom prst="rect">
            <a:avLst/>
          </a:prstGeom>
        </p:spPr>
      </p:pic>
      <p:sp>
        <p:nvSpPr>
          <p:cNvPr id="4" name="Rechteck 8">
            <a:extLst>
              <a:ext uri="{FF2B5EF4-FFF2-40B4-BE49-F238E27FC236}">
                <a16:creationId xmlns:a16="http://schemas.microsoft.com/office/drawing/2014/main" id="{F5F4FA12-F1C5-AA4F-3E7D-B2896B38FDA4}"/>
              </a:ext>
            </a:extLst>
          </p:cNvPr>
          <p:cNvSpPr/>
          <p:nvPr userDrawn="1"/>
        </p:nvSpPr>
        <p:spPr bwMode="gray">
          <a:xfrm>
            <a:off x="779363" y="5390446"/>
            <a:ext cx="4537275" cy="6463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gn="ctr">
              <a:lnSpc>
                <a:spcPct val="100000"/>
              </a:lnSpc>
              <a:spcAft>
                <a:spcPts val="600"/>
              </a:spcAft>
            </a:pPr>
            <a:r>
              <a:rPr lang="en-US" sz="1000" b="1" noProof="0">
                <a:solidFill>
                  <a:schemeClr val="tx1"/>
                </a:solidFill>
              </a:rPr>
              <a:t>Copyright © Toluna</a:t>
            </a:r>
          </a:p>
          <a:p>
            <a:pPr algn="ctr">
              <a:lnSpc>
                <a:spcPct val="100000"/>
              </a:lnSpc>
              <a:spcAft>
                <a:spcPts val="600"/>
              </a:spcAft>
            </a:pPr>
            <a:r>
              <a:rPr lang="en-US" sz="900" noProof="0">
                <a:solidFill>
                  <a:schemeClr val="tx1"/>
                </a:solidFill>
              </a:rPr>
              <a:t>All rights reserved. Nothing from this report is allowed to be multiplied, to be stored in an automated file, or to be made public electronically, mechanical, by photocopies, recording or any other manner, without written consent of Toluna.</a:t>
            </a:r>
          </a:p>
        </p:txBody>
      </p:sp>
      <p:sp>
        <p:nvSpPr>
          <p:cNvPr id="35" name="Picture Placeholder 34">
            <a:extLst>
              <a:ext uri="{FF2B5EF4-FFF2-40B4-BE49-F238E27FC236}">
                <a16:creationId xmlns:a16="http://schemas.microsoft.com/office/drawing/2014/main" id="{6D0344F4-013A-E2D0-D9FF-A7AE950D6727}"/>
              </a:ext>
            </a:extLst>
          </p:cNvPr>
          <p:cNvSpPr>
            <a:spLocks noGrp="1"/>
          </p:cNvSpPr>
          <p:nvPr>
            <p:ph type="pic" sz="quarter" idx="10"/>
          </p:nvPr>
        </p:nvSpPr>
        <p:spPr bwMode="gray">
          <a:xfrm>
            <a:off x="4062413" y="2"/>
            <a:ext cx="8129587" cy="6857998"/>
          </a:xfrm>
          <a:custGeom>
            <a:avLst/>
            <a:gdLst>
              <a:gd name="connsiteX0" fmla="*/ 0 w 8129587"/>
              <a:gd name="connsiteY0" fmla="*/ 0 h 6857998"/>
              <a:gd name="connsiteX1" fmla="*/ 5860296 w 8129587"/>
              <a:gd name="connsiteY1" fmla="*/ 0 h 6857998"/>
              <a:gd name="connsiteX2" fmla="*/ 8129587 w 8129587"/>
              <a:gd name="connsiteY2" fmla="*/ 2269291 h 6857998"/>
              <a:gd name="connsiteX3" fmla="*/ 8129587 w 8129587"/>
              <a:gd name="connsiteY3" fmla="*/ 5704815 h 6857998"/>
              <a:gd name="connsiteX4" fmla="*/ 6976404 w 8129587"/>
              <a:gd name="connsiteY4" fmla="*/ 6857998 h 6857998"/>
              <a:gd name="connsiteX5" fmla="*/ 1116005 w 8129587"/>
              <a:gd name="connsiteY5" fmla="*/ 6857998 h 6857998"/>
              <a:gd name="connsiteX6" fmla="*/ 3986950 w 8129587"/>
              <a:gd name="connsiteY6" fmla="*/ 3987053 h 6857998"/>
              <a:gd name="connsiteX7" fmla="*/ 0 w 8129587"/>
              <a:gd name="connsiteY7" fmla="*/ 103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9587" h="6857998">
                <a:moveTo>
                  <a:pt x="0" y="0"/>
                </a:moveTo>
                <a:lnTo>
                  <a:pt x="5860296" y="0"/>
                </a:lnTo>
                <a:lnTo>
                  <a:pt x="8129587" y="2269291"/>
                </a:lnTo>
                <a:lnTo>
                  <a:pt x="8129587" y="5704815"/>
                </a:lnTo>
                <a:lnTo>
                  <a:pt x="6976404" y="6857998"/>
                </a:lnTo>
                <a:lnTo>
                  <a:pt x="1116005" y="6857998"/>
                </a:lnTo>
                <a:lnTo>
                  <a:pt x="3986950" y="3987053"/>
                </a:lnTo>
                <a:lnTo>
                  <a:pt x="0" y="103"/>
                </a:lnTo>
                <a:close/>
              </a:path>
            </a:pathLst>
          </a:custGeom>
          <a:solidFill>
            <a:schemeClr val="tx2"/>
          </a:solidFill>
        </p:spPr>
        <p:txBody>
          <a:bodyPr wrap="square" anchor="ctr">
            <a:noAutofit/>
          </a:bodyPr>
          <a:lstStyle>
            <a:lvl1pPr algn="ctr">
              <a:defRPr/>
            </a:lvl1pPr>
          </a:lstStyle>
          <a:p>
            <a:r>
              <a:rPr lang="en-US" noProof="0"/>
              <a:t>Click icon to add picture</a:t>
            </a:r>
          </a:p>
        </p:txBody>
      </p:sp>
      <p:grpSp>
        <p:nvGrpSpPr>
          <p:cNvPr id="52" name="Group 51">
            <a:extLst>
              <a:ext uri="{FF2B5EF4-FFF2-40B4-BE49-F238E27FC236}">
                <a16:creationId xmlns:a16="http://schemas.microsoft.com/office/drawing/2014/main" id="{8AFDEF13-A131-DC1E-304A-FA2DE0DF83D3}"/>
              </a:ext>
            </a:extLst>
          </p:cNvPr>
          <p:cNvGrpSpPr/>
          <p:nvPr userDrawn="1"/>
        </p:nvGrpSpPr>
        <p:grpSpPr>
          <a:xfrm>
            <a:off x="938418" y="2387600"/>
            <a:ext cx="4339137" cy="2473840"/>
            <a:chOff x="-3395416" y="1802240"/>
            <a:chExt cx="4848169" cy="2764051"/>
          </a:xfrm>
        </p:grpSpPr>
        <p:sp>
          <p:nvSpPr>
            <p:cNvPr id="49" name="TextBox 48">
              <a:extLst>
                <a:ext uri="{FF2B5EF4-FFF2-40B4-BE49-F238E27FC236}">
                  <a16:creationId xmlns:a16="http://schemas.microsoft.com/office/drawing/2014/main" id="{6ACE5545-18A3-5604-6C91-6DFCC5E74EC3}"/>
                </a:ext>
              </a:extLst>
            </p:cNvPr>
            <p:cNvSpPr txBox="1"/>
            <p:nvPr userDrawn="1"/>
          </p:nvSpPr>
          <p:spPr bwMode="gray">
            <a:xfrm>
              <a:off x="-3395416" y="1802240"/>
              <a:ext cx="4848169" cy="2764051"/>
            </a:xfrm>
            <a:custGeom>
              <a:avLst/>
              <a:gdLst/>
              <a:ahLst/>
              <a:cxnLst/>
              <a:rect l="l" t="t" r="r" b="b"/>
              <a:pathLst>
                <a:path w="4848169" h="2764051">
                  <a:moveTo>
                    <a:pt x="2290223" y="1688359"/>
                  </a:moveTo>
                  <a:cubicBezTo>
                    <a:pt x="2217644" y="1688359"/>
                    <a:pt x="2157210" y="1713604"/>
                    <a:pt x="2108922" y="1764094"/>
                  </a:cubicBezTo>
                  <a:cubicBezTo>
                    <a:pt x="2060634" y="1814584"/>
                    <a:pt x="2036490" y="1879194"/>
                    <a:pt x="2036490" y="1957924"/>
                  </a:cubicBezTo>
                  <a:cubicBezTo>
                    <a:pt x="2036490" y="2038936"/>
                    <a:pt x="2060348" y="2104544"/>
                    <a:pt x="2108066" y="2154749"/>
                  </a:cubicBezTo>
                  <a:cubicBezTo>
                    <a:pt x="2155784" y="2204954"/>
                    <a:pt x="2216217" y="2230056"/>
                    <a:pt x="2289367" y="2230056"/>
                  </a:cubicBezTo>
                  <a:cubicBezTo>
                    <a:pt x="2362517" y="2230056"/>
                    <a:pt x="2423379" y="2204668"/>
                    <a:pt x="2471952" y="2153893"/>
                  </a:cubicBezTo>
                  <a:cubicBezTo>
                    <a:pt x="2520525" y="2103118"/>
                    <a:pt x="2544812" y="2037795"/>
                    <a:pt x="2544812" y="1957924"/>
                  </a:cubicBezTo>
                  <a:cubicBezTo>
                    <a:pt x="2544812" y="1878053"/>
                    <a:pt x="2520953" y="1813157"/>
                    <a:pt x="2473236" y="1763238"/>
                  </a:cubicBezTo>
                  <a:cubicBezTo>
                    <a:pt x="2425518" y="1713318"/>
                    <a:pt x="2364514" y="1688359"/>
                    <a:pt x="2290223" y="1688359"/>
                  </a:cubicBezTo>
                  <a:close/>
                  <a:moveTo>
                    <a:pt x="2934072" y="1492389"/>
                  </a:moveTo>
                  <a:lnTo>
                    <a:pt x="3170262" y="1492389"/>
                  </a:lnTo>
                  <a:lnTo>
                    <a:pt x="3170262" y="1940808"/>
                  </a:lnTo>
                  <a:cubicBezTo>
                    <a:pt x="3170262" y="2028096"/>
                    <a:pt x="3176268" y="2088713"/>
                    <a:pt x="3188280" y="2122658"/>
                  </a:cubicBezTo>
                  <a:cubicBezTo>
                    <a:pt x="3200292" y="2156603"/>
                    <a:pt x="3219593" y="2182989"/>
                    <a:pt x="3246184" y="2201816"/>
                  </a:cubicBezTo>
                  <a:cubicBezTo>
                    <a:pt x="3272775" y="2220643"/>
                    <a:pt x="3305517" y="2230056"/>
                    <a:pt x="3344410" y="2230056"/>
                  </a:cubicBezTo>
                  <a:cubicBezTo>
                    <a:pt x="3383302" y="2230056"/>
                    <a:pt x="3416332" y="2220785"/>
                    <a:pt x="3443498" y="2202244"/>
                  </a:cubicBezTo>
                  <a:cubicBezTo>
                    <a:pt x="3470663" y="2183702"/>
                    <a:pt x="3490821" y="2156460"/>
                    <a:pt x="3503969" y="2120518"/>
                  </a:cubicBezTo>
                  <a:cubicBezTo>
                    <a:pt x="3513694" y="2093705"/>
                    <a:pt x="3518557" y="2036369"/>
                    <a:pt x="3518557" y="1948510"/>
                  </a:cubicBezTo>
                  <a:lnTo>
                    <a:pt x="3518557" y="1492389"/>
                  </a:lnTo>
                  <a:lnTo>
                    <a:pt x="3752180" y="1492389"/>
                  </a:lnTo>
                  <a:lnTo>
                    <a:pt x="3752180" y="1886895"/>
                  </a:lnTo>
                  <a:cubicBezTo>
                    <a:pt x="3752180" y="2049490"/>
                    <a:pt x="3739344" y="2160739"/>
                    <a:pt x="3713671" y="2220643"/>
                  </a:cubicBezTo>
                  <a:cubicBezTo>
                    <a:pt x="3682293" y="2293667"/>
                    <a:pt x="3636082" y="2349720"/>
                    <a:pt x="3575038" y="2388800"/>
                  </a:cubicBezTo>
                  <a:cubicBezTo>
                    <a:pt x="3513993" y="2427880"/>
                    <a:pt x="3436404" y="2447419"/>
                    <a:pt x="3342270" y="2447419"/>
                  </a:cubicBezTo>
                  <a:cubicBezTo>
                    <a:pt x="3240149" y="2447419"/>
                    <a:pt x="3157568" y="2424599"/>
                    <a:pt x="3094527" y="2378958"/>
                  </a:cubicBezTo>
                  <a:cubicBezTo>
                    <a:pt x="3031486" y="2333318"/>
                    <a:pt x="2987129" y="2269706"/>
                    <a:pt x="2961456" y="2188124"/>
                  </a:cubicBezTo>
                  <a:cubicBezTo>
                    <a:pt x="2943200" y="2131643"/>
                    <a:pt x="2934072" y="2028952"/>
                    <a:pt x="2934072" y="1880049"/>
                  </a:cubicBezTo>
                  <a:close/>
                  <a:moveTo>
                    <a:pt x="831371" y="1492389"/>
                  </a:moveTo>
                  <a:lnTo>
                    <a:pt x="1070116" y="1492389"/>
                  </a:lnTo>
                  <a:lnTo>
                    <a:pt x="1311962" y="2076594"/>
                  </a:lnTo>
                  <a:lnTo>
                    <a:pt x="1578826" y="1492389"/>
                  </a:lnTo>
                  <a:lnTo>
                    <a:pt x="1818252" y="1492389"/>
                  </a:lnTo>
                  <a:lnTo>
                    <a:pt x="1235130" y="2764051"/>
                  </a:lnTo>
                  <a:lnTo>
                    <a:pt x="993846" y="2764051"/>
                  </a:lnTo>
                  <a:lnTo>
                    <a:pt x="1185296" y="2353981"/>
                  </a:lnTo>
                  <a:close/>
                  <a:moveTo>
                    <a:pt x="2286372" y="1468428"/>
                  </a:moveTo>
                  <a:cubicBezTo>
                    <a:pt x="2374230" y="1468428"/>
                    <a:pt x="2456811" y="1490393"/>
                    <a:pt x="2534115" y="1534322"/>
                  </a:cubicBezTo>
                  <a:cubicBezTo>
                    <a:pt x="2611419" y="1578251"/>
                    <a:pt x="2671750" y="1637869"/>
                    <a:pt x="2715109" y="1713176"/>
                  </a:cubicBezTo>
                  <a:cubicBezTo>
                    <a:pt x="2758467" y="1788483"/>
                    <a:pt x="2780147" y="1869780"/>
                    <a:pt x="2780147" y="1957068"/>
                  </a:cubicBezTo>
                  <a:cubicBezTo>
                    <a:pt x="2780147" y="2044926"/>
                    <a:pt x="2758325" y="2127079"/>
                    <a:pt x="2714681" y="2203527"/>
                  </a:cubicBezTo>
                  <a:cubicBezTo>
                    <a:pt x="2671037" y="2279975"/>
                    <a:pt x="2611562" y="2339736"/>
                    <a:pt x="2536255" y="2382809"/>
                  </a:cubicBezTo>
                  <a:cubicBezTo>
                    <a:pt x="2460947" y="2425883"/>
                    <a:pt x="2377939" y="2447419"/>
                    <a:pt x="2287228" y="2447419"/>
                  </a:cubicBezTo>
                  <a:cubicBezTo>
                    <a:pt x="2153729" y="2447419"/>
                    <a:pt x="2039770" y="2399925"/>
                    <a:pt x="1945351" y="2304935"/>
                  </a:cubicBezTo>
                  <a:cubicBezTo>
                    <a:pt x="1850932" y="2209946"/>
                    <a:pt x="1803723" y="2094560"/>
                    <a:pt x="1803723" y="1958779"/>
                  </a:cubicBezTo>
                  <a:cubicBezTo>
                    <a:pt x="1803723" y="1813300"/>
                    <a:pt x="1857065" y="1692067"/>
                    <a:pt x="1963750" y="1595081"/>
                  </a:cubicBezTo>
                  <a:cubicBezTo>
                    <a:pt x="2057313" y="1510645"/>
                    <a:pt x="2164854" y="1468428"/>
                    <a:pt x="2286372" y="1468428"/>
                  </a:cubicBezTo>
                  <a:close/>
                  <a:moveTo>
                    <a:pt x="2244975" y="551111"/>
                  </a:moveTo>
                  <a:cubicBezTo>
                    <a:pt x="2172761" y="551111"/>
                    <a:pt x="2112773" y="576641"/>
                    <a:pt x="2065011" y="627701"/>
                  </a:cubicBezTo>
                  <a:cubicBezTo>
                    <a:pt x="2017248" y="678762"/>
                    <a:pt x="1993367" y="744228"/>
                    <a:pt x="1993367" y="824099"/>
                  </a:cubicBezTo>
                  <a:cubicBezTo>
                    <a:pt x="1993367" y="904540"/>
                    <a:pt x="2017674" y="970719"/>
                    <a:pt x="2066287" y="1022635"/>
                  </a:cubicBezTo>
                  <a:cubicBezTo>
                    <a:pt x="2114901" y="1074552"/>
                    <a:pt x="2174744" y="1100510"/>
                    <a:pt x="2245817" y="1100510"/>
                  </a:cubicBezTo>
                  <a:cubicBezTo>
                    <a:pt x="2319172" y="1100510"/>
                    <a:pt x="2380013" y="1074980"/>
                    <a:pt x="2428341" y="1023919"/>
                  </a:cubicBezTo>
                  <a:cubicBezTo>
                    <a:pt x="2476670" y="972859"/>
                    <a:pt x="2500834" y="905967"/>
                    <a:pt x="2500834" y="823243"/>
                  </a:cubicBezTo>
                  <a:cubicBezTo>
                    <a:pt x="2500834" y="742231"/>
                    <a:pt x="2476670" y="676622"/>
                    <a:pt x="2428341" y="626418"/>
                  </a:cubicBezTo>
                  <a:cubicBezTo>
                    <a:pt x="2380013" y="576213"/>
                    <a:pt x="2318891" y="551111"/>
                    <a:pt x="2244975" y="551111"/>
                  </a:cubicBezTo>
                  <a:close/>
                  <a:moveTo>
                    <a:pt x="3427446" y="335459"/>
                  </a:moveTo>
                  <a:cubicBezTo>
                    <a:pt x="3519734" y="335459"/>
                    <a:pt x="3598068" y="367693"/>
                    <a:pt x="3662446" y="432160"/>
                  </a:cubicBezTo>
                  <a:cubicBezTo>
                    <a:pt x="3716564" y="486929"/>
                    <a:pt x="3743623" y="567941"/>
                    <a:pt x="3743623" y="675196"/>
                  </a:cubicBezTo>
                  <a:lnTo>
                    <a:pt x="3743623" y="1290489"/>
                  </a:lnTo>
                  <a:lnTo>
                    <a:pt x="3512567" y="1290489"/>
                  </a:lnTo>
                  <a:lnTo>
                    <a:pt x="3512567" y="882759"/>
                  </a:lnTo>
                  <a:cubicBezTo>
                    <a:pt x="3512567" y="771643"/>
                    <a:pt x="3507586" y="697849"/>
                    <a:pt x="3497625" y="661377"/>
                  </a:cubicBezTo>
                  <a:cubicBezTo>
                    <a:pt x="3487663" y="624905"/>
                    <a:pt x="3470303" y="597124"/>
                    <a:pt x="3445544" y="578034"/>
                  </a:cubicBezTo>
                  <a:cubicBezTo>
                    <a:pt x="3420785" y="558944"/>
                    <a:pt x="3390193" y="549399"/>
                    <a:pt x="3353770" y="549399"/>
                  </a:cubicBezTo>
                  <a:cubicBezTo>
                    <a:pt x="3306534" y="549399"/>
                    <a:pt x="3265983" y="565213"/>
                    <a:pt x="3232118" y="596841"/>
                  </a:cubicBezTo>
                  <a:cubicBezTo>
                    <a:pt x="3198253" y="628468"/>
                    <a:pt x="3174773" y="672206"/>
                    <a:pt x="3161678" y="728053"/>
                  </a:cubicBezTo>
                  <a:cubicBezTo>
                    <a:pt x="3154850" y="757113"/>
                    <a:pt x="3151436" y="820078"/>
                    <a:pt x="3151436" y="916949"/>
                  </a:cubicBezTo>
                  <a:lnTo>
                    <a:pt x="3151436" y="1290489"/>
                  </a:lnTo>
                  <a:lnTo>
                    <a:pt x="2917813" y="1290489"/>
                  </a:lnTo>
                  <a:lnTo>
                    <a:pt x="2917813" y="359420"/>
                  </a:lnTo>
                  <a:lnTo>
                    <a:pt x="3151436" y="359420"/>
                  </a:lnTo>
                  <a:lnTo>
                    <a:pt x="3151436" y="454838"/>
                  </a:lnTo>
                  <a:cubicBezTo>
                    <a:pt x="3204413" y="410177"/>
                    <a:pt x="3252407" y="379116"/>
                    <a:pt x="3295418" y="361653"/>
                  </a:cubicBezTo>
                  <a:cubicBezTo>
                    <a:pt x="3338429" y="344190"/>
                    <a:pt x="3382438" y="335459"/>
                    <a:pt x="3427446" y="335459"/>
                  </a:cubicBezTo>
                  <a:close/>
                  <a:moveTo>
                    <a:pt x="2197386" y="335459"/>
                  </a:moveTo>
                  <a:cubicBezTo>
                    <a:pt x="2253225" y="335459"/>
                    <a:pt x="2305647" y="346013"/>
                    <a:pt x="2354653" y="367122"/>
                  </a:cubicBezTo>
                  <a:cubicBezTo>
                    <a:pt x="2403658" y="388231"/>
                    <a:pt x="2448962" y="419894"/>
                    <a:pt x="2490565" y="462112"/>
                  </a:cubicBezTo>
                  <a:lnTo>
                    <a:pt x="2490565" y="359420"/>
                  </a:lnTo>
                  <a:lnTo>
                    <a:pt x="2724188" y="359420"/>
                  </a:lnTo>
                  <a:lnTo>
                    <a:pt x="2724188" y="1290489"/>
                  </a:lnTo>
                  <a:lnTo>
                    <a:pt x="2490565" y="1290489"/>
                  </a:lnTo>
                  <a:lnTo>
                    <a:pt x="2490565" y="1192076"/>
                  </a:lnTo>
                  <a:cubicBezTo>
                    <a:pt x="2444977" y="1235435"/>
                    <a:pt x="2399248" y="1266670"/>
                    <a:pt x="2353375" y="1285782"/>
                  </a:cubicBezTo>
                  <a:cubicBezTo>
                    <a:pt x="2307503" y="1304894"/>
                    <a:pt x="2257784" y="1314450"/>
                    <a:pt x="2204219" y="1314450"/>
                  </a:cubicBezTo>
                  <a:cubicBezTo>
                    <a:pt x="2083984" y="1314450"/>
                    <a:pt x="1979989" y="1267811"/>
                    <a:pt x="1892234" y="1174533"/>
                  </a:cubicBezTo>
                  <a:cubicBezTo>
                    <a:pt x="1804478" y="1081255"/>
                    <a:pt x="1760600" y="965299"/>
                    <a:pt x="1760600" y="826666"/>
                  </a:cubicBezTo>
                  <a:cubicBezTo>
                    <a:pt x="1760600" y="682898"/>
                    <a:pt x="1803054" y="565088"/>
                    <a:pt x="1887961" y="473236"/>
                  </a:cubicBezTo>
                  <a:cubicBezTo>
                    <a:pt x="1972869" y="381385"/>
                    <a:pt x="2076011" y="335459"/>
                    <a:pt x="2197386" y="335459"/>
                  </a:cubicBezTo>
                  <a:close/>
                  <a:moveTo>
                    <a:pt x="0" y="31663"/>
                  </a:moveTo>
                  <a:lnTo>
                    <a:pt x="695735" y="31663"/>
                  </a:lnTo>
                  <a:lnTo>
                    <a:pt x="695735" y="267854"/>
                  </a:lnTo>
                  <a:lnTo>
                    <a:pt x="466391" y="267854"/>
                  </a:lnTo>
                  <a:lnTo>
                    <a:pt x="466391" y="1290489"/>
                  </a:lnTo>
                  <a:lnTo>
                    <a:pt x="223354" y="1290489"/>
                  </a:lnTo>
                  <a:lnTo>
                    <a:pt x="223354" y="267854"/>
                  </a:lnTo>
                  <a:lnTo>
                    <a:pt x="0" y="267854"/>
                  </a:lnTo>
                  <a:close/>
                  <a:moveTo>
                    <a:pt x="3929174" y="0"/>
                  </a:moveTo>
                  <a:lnTo>
                    <a:pt x="4162797" y="0"/>
                  </a:lnTo>
                  <a:lnTo>
                    <a:pt x="4162797" y="743283"/>
                  </a:lnTo>
                  <a:lnTo>
                    <a:pt x="4506813" y="359420"/>
                  </a:lnTo>
                  <a:lnTo>
                    <a:pt x="4800206" y="359420"/>
                  </a:lnTo>
                  <a:lnTo>
                    <a:pt x="4399121" y="805660"/>
                  </a:lnTo>
                  <a:lnTo>
                    <a:pt x="4848169" y="1290489"/>
                  </a:lnTo>
                  <a:lnTo>
                    <a:pt x="4558159" y="1290489"/>
                  </a:lnTo>
                  <a:lnTo>
                    <a:pt x="4162797" y="861378"/>
                  </a:lnTo>
                  <a:lnTo>
                    <a:pt x="4162797" y="1290489"/>
                  </a:lnTo>
                  <a:lnTo>
                    <a:pt x="3929174" y="1290489"/>
                  </a:lnTo>
                  <a:close/>
                  <a:moveTo>
                    <a:pt x="794594" y="0"/>
                  </a:moveTo>
                  <a:lnTo>
                    <a:pt x="1026506" y="0"/>
                  </a:lnTo>
                  <a:lnTo>
                    <a:pt x="1026506" y="453554"/>
                  </a:lnTo>
                  <a:cubicBezTo>
                    <a:pt x="1072146" y="414189"/>
                    <a:pt x="1118072" y="384665"/>
                    <a:pt x="1164283" y="364983"/>
                  </a:cubicBezTo>
                  <a:cubicBezTo>
                    <a:pt x="1210494" y="345300"/>
                    <a:pt x="1257276" y="335459"/>
                    <a:pt x="1304628" y="335459"/>
                  </a:cubicBezTo>
                  <a:cubicBezTo>
                    <a:pt x="1397050" y="335459"/>
                    <a:pt x="1474924" y="367407"/>
                    <a:pt x="1538251" y="431304"/>
                  </a:cubicBezTo>
                  <a:cubicBezTo>
                    <a:pt x="1592449" y="486643"/>
                    <a:pt x="1619548" y="567941"/>
                    <a:pt x="1619548" y="675196"/>
                  </a:cubicBezTo>
                  <a:lnTo>
                    <a:pt x="1619548" y="1290489"/>
                  </a:lnTo>
                  <a:lnTo>
                    <a:pt x="1389349" y="1290489"/>
                  </a:lnTo>
                  <a:lnTo>
                    <a:pt x="1389349" y="882291"/>
                  </a:lnTo>
                  <a:cubicBezTo>
                    <a:pt x="1389348" y="774465"/>
                    <a:pt x="1384214" y="701440"/>
                    <a:pt x="1373945" y="663216"/>
                  </a:cubicBezTo>
                  <a:cubicBezTo>
                    <a:pt x="1363675" y="624992"/>
                    <a:pt x="1346133" y="596466"/>
                    <a:pt x="1321316" y="577639"/>
                  </a:cubicBezTo>
                  <a:cubicBezTo>
                    <a:pt x="1296498" y="558813"/>
                    <a:pt x="1265834" y="549399"/>
                    <a:pt x="1229321" y="549399"/>
                  </a:cubicBezTo>
                  <a:cubicBezTo>
                    <a:pt x="1181969" y="549399"/>
                    <a:pt x="1141320" y="565088"/>
                    <a:pt x="1107375" y="596466"/>
                  </a:cubicBezTo>
                  <a:cubicBezTo>
                    <a:pt x="1073430" y="627844"/>
                    <a:pt x="1049896" y="670632"/>
                    <a:pt x="1036775" y="724830"/>
                  </a:cubicBezTo>
                  <a:cubicBezTo>
                    <a:pt x="1029929" y="752785"/>
                    <a:pt x="1026506" y="816682"/>
                    <a:pt x="1026506" y="916521"/>
                  </a:cubicBezTo>
                  <a:lnTo>
                    <a:pt x="1026506" y="1290489"/>
                  </a:lnTo>
                  <a:lnTo>
                    <a:pt x="794594" y="1290489"/>
                  </a:lnTo>
                  <a:close/>
                </a:path>
              </a:pathLst>
            </a:custGeom>
            <a:solidFill>
              <a:schemeClr val="bg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algn="ctr">
                <a:lnSpc>
                  <a:spcPts val="9000"/>
                </a:lnSpc>
                <a:buSzPct val="80000"/>
                <a:buFontTx/>
                <a:buNone/>
              </a:pPr>
              <a:endParaRPr lang="en-US" sz="13800" b="1" i="0" kern="1200" spc="-300" noProof="0">
                <a:solidFill>
                  <a:schemeClr val="bg2"/>
                </a:solidFill>
                <a:latin typeface="+mj-lt"/>
                <a:ea typeface="+mj-ea"/>
                <a:cs typeface="+mj-cs"/>
              </a:endParaRPr>
            </a:p>
          </p:txBody>
        </p:sp>
        <p:sp>
          <p:nvSpPr>
            <p:cNvPr id="51" name="Freeform 50">
              <a:extLst>
                <a:ext uri="{FF2B5EF4-FFF2-40B4-BE49-F238E27FC236}">
                  <a16:creationId xmlns:a16="http://schemas.microsoft.com/office/drawing/2014/main" id="{7E3E8EE7-DDD1-4530-F232-DCFE7F5F3D14}"/>
                </a:ext>
              </a:extLst>
            </p:cNvPr>
            <p:cNvSpPr/>
            <p:nvPr userDrawn="1"/>
          </p:nvSpPr>
          <p:spPr bwMode="gray">
            <a:xfrm rot="2700000">
              <a:off x="532041" y="3920257"/>
              <a:ext cx="254047" cy="254047"/>
            </a:xfrm>
            <a:custGeom>
              <a:avLst/>
              <a:gdLst>
                <a:gd name="connsiteX0" fmla="*/ 0 w 254047"/>
                <a:gd name="connsiteY0" fmla="*/ 0 h 254047"/>
                <a:gd name="connsiteX1" fmla="*/ 254047 w 254047"/>
                <a:gd name="connsiteY1" fmla="*/ 0 h 254047"/>
                <a:gd name="connsiteX2" fmla="*/ 254047 w 254047"/>
                <a:gd name="connsiteY2" fmla="*/ 254047 h 254047"/>
                <a:gd name="connsiteX3" fmla="*/ 0 w 254047"/>
                <a:gd name="connsiteY3" fmla="*/ 254047 h 254047"/>
              </a:gdLst>
              <a:ahLst/>
              <a:cxnLst>
                <a:cxn ang="0">
                  <a:pos x="connsiteX0" y="connsiteY0"/>
                </a:cxn>
                <a:cxn ang="0">
                  <a:pos x="connsiteX1" y="connsiteY1"/>
                </a:cxn>
                <a:cxn ang="0">
                  <a:pos x="connsiteX2" y="connsiteY2"/>
                </a:cxn>
                <a:cxn ang="0">
                  <a:pos x="connsiteX3" y="connsiteY3"/>
                </a:cxn>
              </a:cxnLst>
              <a:rect l="l" t="t" r="r" b="b"/>
              <a:pathLst>
                <a:path w="254047" h="254047">
                  <a:moveTo>
                    <a:pt x="0" y="0"/>
                  </a:moveTo>
                  <a:lnTo>
                    <a:pt x="254047" y="0"/>
                  </a:lnTo>
                  <a:lnTo>
                    <a:pt x="254047" y="254047"/>
                  </a:lnTo>
                  <a:lnTo>
                    <a:pt x="0" y="254047"/>
                  </a:lnTo>
                  <a:close/>
                </a:path>
              </a:pathLst>
            </a:cu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noProof="0">
                <a:solidFill>
                  <a:schemeClr val="tx1"/>
                </a:solidFill>
              </a:endParaRPr>
            </a:p>
          </p:txBody>
        </p:sp>
      </p:grpSp>
    </p:spTree>
    <p:extLst>
      <p:ext uri="{BB962C8B-B14F-4D97-AF65-F5344CB8AC3E}">
        <p14:creationId xmlns:p14="http://schemas.microsoft.com/office/powerpoint/2010/main" val="312704299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light)">
    <p:bg>
      <p:bgPr>
        <a:solidFill>
          <a:schemeClr val="bg1"/>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82AA0B-A9DE-1FC1-286D-56636E095E94}"/>
              </a:ext>
            </a:extLst>
          </p:cNvPr>
          <p:cNvPicPr>
            <a:picLocks noChangeAspect="1"/>
          </p:cNvPicPr>
          <p:nvPr userDrawn="1"/>
        </p:nvPicPr>
        <p:blipFill>
          <a:blip r:embed="rId2">
            <a:extLst>
              <a:ext uri="{96DAC541-7B7A-43D3-8B79-37D633B846F1}">
                <asvg:svgBlip xmlns:asvg="http://schemas.microsoft.com/office/drawing/2016/SVG/main" r:embed="rId3"/>
              </a:ext>
            </a:extLst>
          </a:blip>
          <a:srcRect l="11091" t="4546" b="4546"/>
          <a:stretch/>
        </p:blipFill>
        <p:spPr>
          <a:xfrm>
            <a:off x="0" y="0"/>
            <a:ext cx="6707124" cy="6858000"/>
          </a:xfrm>
          <a:prstGeom prst="rect">
            <a:avLst/>
          </a:prstGeom>
        </p:spPr>
      </p:pic>
      <p:sp>
        <p:nvSpPr>
          <p:cNvPr id="53" name="TextBox 52">
            <a:extLst>
              <a:ext uri="{FF2B5EF4-FFF2-40B4-BE49-F238E27FC236}">
                <a16:creationId xmlns:a16="http://schemas.microsoft.com/office/drawing/2014/main" id="{66C9622E-0C86-E29B-D008-3248ECD298B0}"/>
              </a:ext>
            </a:extLst>
          </p:cNvPr>
          <p:cNvSpPr txBox="1"/>
          <p:nvPr userDrawn="1"/>
        </p:nvSpPr>
        <p:spPr bwMode="gray">
          <a:xfrm>
            <a:off x="5018190" y="6299300"/>
            <a:ext cx="2155620" cy="153888"/>
          </a:xfrm>
          <a:prstGeom prst="rect">
            <a:avLst/>
          </a:prstGeom>
          <a:noFill/>
        </p:spPr>
        <p:txBody>
          <a:bodyPr wrap="square" lIns="0" tIns="0" rIns="0" bIns="0" anchor="b">
            <a:spAutoFit/>
          </a:bodyPr>
          <a:lstStyle/>
          <a:p>
            <a:pPr algn="ctr"/>
            <a:r>
              <a:rPr lang="en-US" sz="1000" noProof="0">
                <a:solidFill>
                  <a:schemeClr val="tx1"/>
                </a:solidFill>
              </a:rPr>
              <a:t>www.tolunacorporate.com</a:t>
            </a:r>
          </a:p>
        </p:txBody>
      </p:sp>
      <p:pic>
        <p:nvPicPr>
          <p:cNvPr id="4" name="Graphic 3">
            <a:extLst>
              <a:ext uri="{FF2B5EF4-FFF2-40B4-BE49-F238E27FC236}">
                <a16:creationId xmlns:a16="http://schemas.microsoft.com/office/drawing/2014/main" id="{1E16C475-044C-C66C-C43C-730145FE37FC}"/>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460687" y="2952661"/>
            <a:ext cx="5148706" cy="956416"/>
          </a:xfrm>
          <a:prstGeom prst="rect">
            <a:avLst/>
          </a:prstGeom>
        </p:spPr>
      </p:pic>
    </p:spTree>
    <p:extLst>
      <p:ext uri="{BB962C8B-B14F-4D97-AF65-F5344CB8AC3E}">
        <p14:creationId xmlns:p14="http://schemas.microsoft.com/office/powerpoint/2010/main" val="34662842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4.xml"/><Relationship Id="rId40"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35"/>
            </p:custDataLst>
            <p:extLst>
              <p:ext uri="{D42A27DB-BD31-4B8C-83A1-F6EECF244321}">
                <p14:modId xmlns:p14="http://schemas.microsoft.com/office/powerpoint/2010/main" val="32035954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8" imgW="306" imgH="306" progId="TCLayout.ActiveDocument.1">
                  <p:embed/>
                </p:oleObj>
              </mc:Choice>
              <mc:Fallback>
                <p:oleObj name="think-cell Folie" r:id="rId38" imgW="306" imgH="306" progId="TCLayout.ActiveDocument.1">
                  <p:embed/>
                  <p:pic>
                    <p:nvPicPr>
                      <p:cNvPr id="4" name="Objekt 3" hidden="1"/>
                      <p:cNvPicPr/>
                      <p:nvPr/>
                    </p:nvPicPr>
                    <p:blipFill>
                      <a:blip r:embed="rId39"/>
                      <a:stretch>
                        <a:fillRect/>
                      </a:stretch>
                    </p:blipFill>
                    <p:spPr>
                      <a:xfrm>
                        <a:off x="1588" y="1588"/>
                        <a:ext cx="1587" cy="1587"/>
                      </a:xfrm>
                      <a:prstGeom prst="rect">
                        <a:avLst/>
                      </a:prstGeom>
                    </p:spPr>
                  </p:pic>
                </p:oleObj>
              </mc:Fallback>
            </mc:AlternateContent>
          </a:graphicData>
        </a:graphic>
      </p:graphicFrame>
      <p:sp>
        <p:nvSpPr>
          <p:cNvPr id="2" name="Titelplatzhalter 1"/>
          <p:cNvSpPr>
            <a:spLocks noGrp="1"/>
          </p:cNvSpPr>
          <p:nvPr>
            <p:ph type="title"/>
          </p:nvPr>
        </p:nvSpPr>
        <p:spPr bwMode="gray">
          <a:xfrm>
            <a:off x="479375" y="404712"/>
            <a:ext cx="9648575" cy="720000"/>
          </a:xfrm>
          <a:prstGeom prst="rect">
            <a:avLst/>
          </a:prstGeom>
        </p:spPr>
        <p:txBody>
          <a:bodyPr vert="horz" lIns="0" tIns="18000" rIns="0" bIns="0" rtlCol="0" anchor="t">
            <a:noAutofit/>
          </a:bodyPr>
          <a:lstStyle/>
          <a:p>
            <a:r>
              <a:rPr lang="en-US" noProof="0"/>
              <a:t>Headline</a:t>
            </a:r>
          </a:p>
        </p:txBody>
      </p:sp>
      <p:sp>
        <p:nvSpPr>
          <p:cNvPr id="3" name="Textplatzhalter 2"/>
          <p:cNvSpPr>
            <a:spLocks noGrp="1"/>
          </p:cNvSpPr>
          <p:nvPr>
            <p:ph type="body" idx="1"/>
            <p:custDataLst>
              <p:tags r:id="rId36"/>
            </p:custDataLst>
          </p:nvPr>
        </p:nvSpPr>
        <p:spPr bwMode="gray">
          <a:xfrm>
            <a:off x="479376" y="1557312"/>
            <a:ext cx="11232000" cy="4464000"/>
          </a:xfrm>
          <a:prstGeom prst="rect">
            <a:avLst/>
          </a:prstGeom>
        </p:spPr>
        <p:txBody>
          <a:bodyPr vert="horz" lIns="0" tIns="0" rIns="0" bIns="0" rtlCol="0">
            <a:noAutofit/>
          </a:bodyPr>
          <a:lstStyle/>
          <a:p>
            <a:pPr lvl="0"/>
            <a:r>
              <a:rPr lang="en-US" noProof="0"/>
              <a:t>Content area // The list levels can be assigned using the commands "Increase list level" and "Decrease list level". You find this function on the tab page Home.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6" name="Foliennummernplatzhalter 5"/>
          <p:cNvSpPr>
            <a:spLocks noGrp="1"/>
          </p:cNvSpPr>
          <p:nvPr>
            <p:ph type="sldNum" sz="quarter" idx="4"/>
          </p:nvPr>
        </p:nvSpPr>
        <p:spPr bwMode="gray">
          <a:xfrm>
            <a:off x="11712574" y="6453352"/>
            <a:ext cx="479425" cy="404648"/>
          </a:xfrm>
          <a:prstGeom prst="rect">
            <a:avLst/>
          </a:prstGeom>
        </p:spPr>
        <p:txBody>
          <a:bodyPr vert="horz" lIns="0" tIns="0" rIns="0" bIns="0" rtlCol="0" anchor="ctr">
            <a:noAutofit/>
          </a:bodyPr>
          <a:lstStyle>
            <a:lvl1pPr algn="ctr">
              <a:defRPr sz="1000">
                <a:solidFill>
                  <a:schemeClr val="tx1"/>
                </a:solidFill>
              </a:defRPr>
            </a:lvl1pPr>
          </a:lstStyle>
          <a:p>
            <a:fld id="{8FF9B0DE-3FEB-4AA0-B465-B80EF7C1333D}" type="slidenum">
              <a:rPr lang="en-US" noProof="0" smtClean="0"/>
              <a:pPr/>
              <a:t>‹#›</a:t>
            </a:fld>
            <a:endParaRPr lang="en-US" noProof="0"/>
          </a:p>
        </p:txBody>
      </p:sp>
      <p:grpSp>
        <p:nvGrpSpPr>
          <p:cNvPr id="21" name="Gruppieren 20"/>
          <p:cNvGrpSpPr/>
          <p:nvPr/>
        </p:nvGrpSpPr>
        <p:grpSpPr bwMode="gray">
          <a:xfrm>
            <a:off x="479376" y="-171400"/>
            <a:ext cx="11233248" cy="72000"/>
            <a:chOff x="479376" y="-243408"/>
            <a:chExt cx="11233248" cy="216000"/>
          </a:xfrm>
        </p:grpSpPr>
        <p:cxnSp>
          <p:nvCxnSpPr>
            <p:cNvPr id="13" name="Gerader Verbinder 12"/>
            <p:cNvCxnSpPr/>
            <p:nvPr userDrawn="1"/>
          </p:nvCxnSpPr>
          <p:spPr bwMode="gray">
            <a:xfrm>
              <a:off x="479376"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userDrawn="1"/>
          </p:nvCxnSpPr>
          <p:spPr bwMode="gray">
            <a:xfrm>
              <a:off x="4079776"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p:nvPr userDrawn="1"/>
          </p:nvCxnSpPr>
          <p:spPr bwMode="gray">
            <a:xfrm>
              <a:off x="4295800"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1984"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16"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userDrawn="1"/>
          </p:nvCxnSpPr>
          <p:spPr bwMode="gray">
            <a:xfrm>
              <a:off x="7896200"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userDrawn="1"/>
          </p:nvCxnSpPr>
          <p:spPr bwMode="gray">
            <a:xfrm>
              <a:off x="8112224"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68688" y="1556792"/>
            <a:ext cx="72000" cy="4464496"/>
            <a:chOff x="-456728" y="1556792"/>
            <a:chExt cx="216000" cy="4464496"/>
          </a:xfrm>
        </p:grpSpPr>
        <p:cxnSp>
          <p:nvCxnSpPr>
            <p:cNvPr id="23" name="Gerader Verbinder 22"/>
            <p:cNvCxnSpPr/>
            <p:nvPr userDrawn="1"/>
          </p:nvCxnSpPr>
          <p:spPr bwMode="gray">
            <a:xfrm>
              <a:off x="-456728" y="1556792"/>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021288"/>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VCT_Marker_ID_5" hidden="1"/>
          <p:cNvSpPr/>
          <p:nvPr userDrawn="1">
            <p:custDataLst>
              <p:tags r:id="rId37"/>
            </p:custDataLst>
          </p:nvPr>
        </p:nvSpPr>
        <p:spPr bwMode="gray">
          <a:xfrm>
            <a:off x="1270000" y="127000"/>
            <a:ext cx="127000" cy="127000"/>
          </a:xfrm>
          <a:prstGeom prst="rect">
            <a:avLst/>
          </a:prstGeom>
          <a:noFill/>
          <a:ln w="6350" cap="flat" cmpd="sng" algn="ctr">
            <a:noFill/>
            <a:prstDash val="solid"/>
            <a:miter lim="800000"/>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chemeClr val="tx2"/>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7" name="Graphic 6">
            <a:extLst>
              <a:ext uri="{FF2B5EF4-FFF2-40B4-BE49-F238E27FC236}">
                <a16:creationId xmlns:a16="http://schemas.microsoft.com/office/drawing/2014/main" id="{D81CA7E5-3E7B-101B-67DD-F2C8DFDA506E}"/>
              </a:ext>
            </a:extLst>
          </p:cNvPr>
          <p:cNvPicPr>
            <a:picLocks noChangeAspect="1"/>
          </p:cNvPicPr>
          <p:nvPr userDrawn="1"/>
        </p:nvPicPr>
        <p:blipFill>
          <a:blip r:embed="rId40">
            <a:extLst>
              <a:ext uri="{96DAC541-7B7A-43D3-8B79-37D633B846F1}">
                <asvg:svgBlip xmlns:asvg="http://schemas.microsoft.com/office/drawing/2016/SVG/main" r:embed="rId41"/>
              </a:ext>
            </a:extLst>
          </a:blip>
          <a:srcRect/>
          <a:stretch/>
        </p:blipFill>
        <p:spPr>
          <a:xfrm>
            <a:off x="10478411" y="414391"/>
            <a:ext cx="1222603" cy="227109"/>
          </a:xfrm>
          <a:prstGeom prst="rect">
            <a:avLst/>
          </a:prstGeom>
        </p:spPr>
      </p:pic>
      <p:sp>
        <p:nvSpPr>
          <p:cNvPr id="9" name="Textfeld 6">
            <a:extLst>
              <a:ext uri="{FF2B5EF4-FFF2-40B4-BE49-F238E27FC236}">
                <a16:creationId xmlns:a16="http://schemas.microsoft.com/office/drawing/2014/main" id="{DFF347A1-5BCE-61D0-80E4-C1D644C286C0}"/>
              </a:ext>
            </a:extLst>
          </p:cNvPr>
          <p:cNvSpPr txBox="1"/>
          <p:nvPr userDrawn="1"/>
        </p:nvSpPr>
        <p:spPr bwMode="gray">
          <a:xfrm>
            <a:off x="10393688" y="1001601"/>
            <a:ext cx="1318935" cy="246221"/>
          </a:xfrm>
          <a:prstGeom prst="rect">
            <a:avLst/>
          </a:prstGeom>
          <a:noFill/>
        </p:spPr>
        <p:txBody>
          <a:bodyPr wrap="square" lIns="0" tIns="0" rIns="0" bIns="0" rtlCol="0" anchor="t">
            <a:spAutoFit/>
          </a:bodyPr>
          <a:lstStyle/>
          <a:p>
            <a:pPr marL="0" indent="0" algn="r">
              <a:lnSpc>
                <a:spcPct val="100000"/>
              </a:lnSpc>
              <a:spcBef>
                <a:spcPts val="0"/>
              </a:spcBef>
              <a:spcAft>
                <a:spcPts val="300"/>
              </a:spcAft>
              <a:buSzPct val="80000"/>
              <a:buFont typeface="Wingdings" panose="05000000000000000000" pitchFamily="2" charset="2"/>
              <a:buNone/>
            </a:pPr>
            <a:r>
              <a:rPr lang="en-US" sz="800" dirty="0">
                <a:solidFill>
                  <a:schemeClr val="bg1">
                    <a:lumMod val="50000"/>
                  </a:schemeClr>
                </a:solidFill>
              </a:rPr>
              <a:t>Project number | Date</a:t>
            </a:r>
            <a:br>
              <a:rPr lang="en-US" sz="800" dirty="0">
                <a:solidFill>
                  <a:schemeClr val="bg1">
                    <a:lumMod val="50000"/>
                  </a:schemeClr>
                </a:solidFill>
              </a:rPr>
            </a:br>
            <a:r>
              <a:rPr lang="en-US" sz="800" dirty="0">
                <a:solidFill>
                  <a:schemeClr val="bg1">
                    <a:lumMod val="50000"/>
                  </a:schemeClr>
                </a:solidFill>
              </a:rPr>
              <a:t>Report title</a:t>
            </a:r>
          </a:p>
        </p:txBody>
      </p:sp>
    </p:spTree>
    <p:extLst>
      <p:ext uri="{BB962C8B-B14F-4D97-AF65-F5344CB8AC3E}">
        <p14:creationId xmlns:p14="http://schemas.microsoft.com/office/powerpoint/2010/main" val="259861064"/>
      </p:ext>
    </p:extLst>
  </p:cSld>
  <p:clrMap bg1="lt1" tx1="dk1" bg2="lt2" tx2="dk2" accent1="accent1" accent2="accent2" accent3="accent3" accent4="accent4" accent5="accent5" accent6="accent6" hlink="hlink" folHlink="folHlink"/>
  <p:sldLayoutIdLst>
    <p:sldLayoutId id="2147483709" r:id="rId1"/>
    <p:sldLayoutId id="2147483700" r:id="rId2"/>
    <p:sldLayoutId id="2147483710" r:id="rId3"/>
    <p:sldLayoutId id="2147483667" r:id="rId4"/>
    <p:sldLayoutId id="2147483705" r:id="rId5"/>
    <p:sldLayoutId id="2147483701" r:id="rId6"/>
    <p:sldLayoutId id="2147483712" r:id="rId7"/>
    <p:sldLayoutId id="2147483711" r:id="rId8"/>
    <p:sldLayoutId id="2147483694" r:id="rId9"/>
    <p:sldLayoutId id="2147483650" r:id="rId10"/>
    <p:sldLayoutId id="2147483674" r:id="rId11"/>
    <p:sldLayoutId id="2147483657" r:id="rId12"/>
    <p:sldLayoutId id="2147483675" r:id="rId13"/>
    <p:sldLayoutId id="2147483669" r:id="rId14"/>
    <p:sldLayoutId id="2147483656" r:id="rId15"/>
    <p:sldLayoutId id="2147483686" r:id="rId16"/>
    <p:sldLayoutId id="2147483682" r:id="rId17"/>
    <p:sldLayoutId id="2147483680" r:id="rId18"/>
    <p:sldLayoutId id="2147483677" r:id="rId19"/>
    <p:sldLayoutId id="2147483678" r:id="rId20"/>
    <p:sldLayoutId id="2147483683" r:id="rId21"/>
    <p:sldLayoutId id="2147483685" r:id="rId22"/>
    <p:sldLayoutId id="2147483679" r:id="rId23"/>
    <p:sldLayoutId id="2147483684" r:id="rId24"/>
    <p:sldLayoutId id="2147483681" r:id="rId25"/>
    <p:sldLayoutId id="2147483687" r:id="rId26"/>
    <p:sldLayoutId id="2147483654" r:id="rId27"/>
    <p:sldLayoutId id="2147483688" r:id="rId28"/>
    <p:sldLayoutId id="2147483713" r:id="rId29"/>
    <p:sldLayoutId id="2147483655" r:id="rId30"/>
    <p:sldLayoutId id="2147483706" r:id="rId31"/>
    <p:sldLayoutId id="2147483666" r:id="rId32"/>
    <p:sldLayoutId id="2147483702" r:id="rId33"/>
  </p:sldLayoutIdLst>
  <p:hf hdr="0"/>
  <p:txStyles>
    <p:titleStyle>
      <a:lvl1pPr algn="l" defTabSz="914400" rtl="0" eaLnBrk="1" latinLnBrk="0" hangingPunct="1">
        <a:lnSpc>
          <a:spcPct val="100000"/>
        </a:lnSpc>
        <a:spcBef>
          <a:spcPct val="0"/>
        </a:spcBef>
        <a:buNone/>
        <a:defRPr sz="2200" b="1" kern="1200">
          <a:solidFill>
            <a:schemeClr val="bg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400" b="1" kern="1200">
          <a:solidFill>
            <a:schemeClr val="bg2"/>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SzPct val="100000"/>
        <a:buFont typeface="Arial" panose="020B0604020202020204" pitchFamily="34" charset="0"/>
        <a:buChar char="•"/>
        <a:defRPr sz="1200" kern="1200">
          <a:solidFill>
            <a:schemeClr val="tx1"/>
          </a:solidFill>
          <a:latin typeface="+mn-lt"/>
          <a:ea typeface="+mn-ea"/>
          <a:cs typeface="+mn-cs"/>
        </a:defRPr>
      </a:lvl3pPr>
      <a:lvl4pPr marL="360000" indent="-180000" algn="l" defTabSz="914400" rtl="0" eaLnBrk="1" latinLnBrk="0" hangingPunct="1">
        <a:lnSpc>
          <a:spcPct val="100000"/>
        </a:lnSpc>
        <a:spcBef>
          <a:spcPts val="0"/>
        </a:spcBef>
        <a:spcAft>
          <a:spcPts val="600"/>
        </a:spcAft>
        <a:buSzPct val="100000"/>
        <a:buFont typeface="Arial" panose="020B0604020202020204" pitchFamily="34" charset="0"/>
        <a:buChar char="•"/>
        <a:defRPr sz="1200" kern="1200">
          <a:solidFill>
            <a:schemeClr val="tx1"/>
          </a:solidFill>
          <a:latin typeface="+mn-lt"/>
          <a:ea typeface="+mn-ea"/>
          <a:cs typeface="+mn-cs"/>
        </a:defRPr>
      </a:lvl4pPr>
      <a:lvl5pPr marL="540000" indent="-180000" algn="l" defTabSz="914400" rtl="0" eaLnBrk="1" latinLnBrk="0" hangingPunct="1">
        <a:lnSpc>
          <a:spcPct val="100000"/>
        </a:lnSpc>
        <a:spcBef>
          <a:spcPts val="0"/>
        </a:spcBef>
        <a:spcAft>
          <a:spcPts val="600"/>
        </a:spcAft>
        <a:buSzPct val="100000"/>
        <a:buFont typeface="Arial" panose="020B0604020202020204" pitchFamily="34" charset="0"/>
        <a:buChar char="•"/>
        <a:defRPr sz="1200" kern="1200">
          <a:solidFill>
            <a:schemeClr val="tx1"/>
          </a:solidFill>
          <a:latin typeface="+mn-lt"/>
          <a:ea typeface="+mn-ea"/>
          <a:cs typeface="+mn-cs"/>
        </a:defRPr>
      </a:lvl5pPr>
      <a:lvl6pPr marL="720000" indent="-180000" algn="l" defTabSz="914400" rtl="0" eaLnBrk="1" latinLnBrk="0" hangingPunct="1">
        <a:lnSpc>
          <a:spcPct val="100000"/>
        </a:lnSpc>
        <a:spcBef>
          <a:spcPts val="0"/>
        </a:spcBef>
        <a:spcAft>
          <a:spcPts val="600"/>
        </a:spcAft>
        <a:buSzPct val="100000"/>
        <a:buFont typeface="Arial" panose="020B0604020202020204" pitchFamily="34" charset="0"/>
        <a:buChar char="•"/>
        <a:defRPr sz="1200" kern="1200">
          <a:solidFill>
            <a:schemeClr val="tx1"/>
          </a:solidFill>
          <a:latin typeface="+mn-lt"/>
          <a:ea typeface="+mn-ea"/>
          <a:cs typeface="+mn-cs"/>
        </a:defRPr>
      </a:lvl6pPr>
      <a:lvl7pPr marL="720000" indent="-180000" algn="l" defTabSz="914400" rtl="0" eaLnBrk="1" latinLnBrk="0" hangingPunct="1">
        <a:lnSpc>
          <a:spcPct val="100000"/>
        </a:lnSpc>
        <a:spcBef>
          <a:spcPts val="0"/>
        </a:spcBef>
        <a:spcAft>
          <a:spcPts val="600"/>
        </a:spcAft>
        <a:buSzPct val="100000"/>
        <a:buFont typeface="Arial" panose="020B0604020202020204" pitchFamily="34" charset="0"/>
        <a:buChar char="•"/>
        <a:defRPr sz="1200" kern="1200">
          <a:solidFill>
            <a:schemeClr val="tx1"/>
          </a:solidFill>
          <a:latin typeface="+mn-lt"/>
          <a:ea typeface="+mn-ea"/>
          <a:cs typeface="+mn-cs"/>
        </a:defRPr>
      </a:lvl7pPr>
      <a:lvl8pPr marL="720000" indent="-180000" algn="l" defTabSz="914400" rtl="0" eaLnBrk="1" latinLnBrk="0" hangingPunct="1">
        <a:lnSpc>
          <a:spcPct val="100000"/>
        </a:lnSpc>
        <a:spcBef>
          <a:spcPts val="0"/>
        </a:spcBef>
        <a:spcAft>
          <a:spcPts val="600"/>
        </a:spcAft>
        <a:buSzPct val="100000"/>
        <a:buFont typeface="Arial" panose="020B0604020202020204" pitchFamily="34" charset="0"/>
        <a:buChar char="•"/>
        <a:defRPr sz="1200" kern="1200">
          <a:solidFill>
            <a:schemeClr val="tx1"/>
          </a:solidFill>
          <a:latin typeface="+mn-lt"/>
          <a:ea typeface="+mn-ea"/>
          <a:cs typeface="+mn-cs"/>
        </a:defRPr>
      </a:lvl8pPr>
      <a:lvl9pPr marL="720000" indent="-180000" algn="l" defTabSz="914400" rtl="0" eaLnBrk="1" latinLnBrk="0" hangingPunct="1">
        <a:lnSpc>
          <a:spcPct val="100000"/>
        </a:lnSpc>
        <a:spcBef>
          <a:spcPts val="0"/>
        </a:spcBef>
        <a:spcAft>
          <a:spcPts val="600"/>
        </a:spcAft>
        <a:buSzPct val="100000"/>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547EBF"/>
          </p15:clr>
        </p15:guide>
        <p15:guide id="2" pos="3840" userDrawn="1">
          <p15:clr>
            <a:srgbClr val="5ACBF0"/>
          </p15:clr>
        </p15:guide>
        <p15:guide id="5" pos="7378" userDrawn="1">
          <p15:clr>
            <a:srgbClr val="547EBF"/>
          </p15:clr>
        </p15:guide>
        <p15:guide id="10" orient="horz" pos="981" userDrawn="1">
          <p15:clr>
            <a:srgbClr val="547EBF"/>
          </p15:clr>
        </p15:guide>
        <p15:guide id="11" orient="horz" pos="3793" userDrawn="1">
          <p15:clr>
            <a:srgbClr val="547EBF"/>
          </p15:clr>
        </p15:guide>
        <p15:guide id="12" orient="horz" pos="4065" userDrawn="1">
          <p15:clr>
            <a:srgbClr val="5ACBF0"/>
          </p15:clr>
        </p15:guide>
        <p15:guide id="13" orient="horz" pos="255"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B63D60D-C1CB-3AE7-A739-0C0CE9E5AB49}"/>
              </a:ext>
            </a:extLst>
          </p:cNvPr>
          <p:cNvSpPr>
            <a:spLocks noGrp="1"/>
          </p:cNvSpPr>
          <p:nvPr>
            <p:ph type="ctrTitle"/>
          </p:nvPr>
        </p:nvSpPr>
        <p:spPr>
          <a:xfrm>
            <a:off x="479424" y="1822243"/>
            <a:ext cx="7002924" cy="2256714"/>
          </a:xfrm>
        </p:spPr>
        <p:txBody>
          <a:bodyPr/>
          <a:lstStyle/>
          <a:p>
            <a:r>
              <a:rPr lang="en-US" dirty="0" err="1"/>
              <a:t>Toluna</a:t>
            </a:r>
            <a:br>
              <a:rPr lang="en-US" dirty="0"/>
            </a:br>
            <a:r>
              <a:rPr lang="en-US" dirty="0"/>
              <a:t>Slide Gallery</a:t>
            </a:r>
          </a:p>
        </p:txBody>
      </p:sp>
      <p:sp>
        <p:nvSpPr>
          <p:cNvPr id="8" name="Subtitle 7">
            <a:extLst>
              <a:ext uri="{FF2B5EF4-FFF2-40B4-BE49-F238E27FC236}">
                <a16:creationId xmlns:a16="http://schemas.microsoft.com/office/drawing/2014/main" id="{3FDB8632-8F75-25B1-3F21-B2FF32A44AD7}"/>
              </a:ext>
            </a:extLst>
          </p:cNvPr>
          <p:cNvSpPr>
            <a:spLocks noGrp="1"/>
          </p:cNvSpPr>
          <p:nvPr>
            <p:ph type="subTitle" idx="1"/>
          </p:nvPr>
        </p:nvSpPr>
        <p:spPr/>
        <p:txBody>
          <a:bodyPr/>
          <a:lstStyle/>
          <a:p>
            <a:r>
              <a:rPr lang="en-US" dirty="0"/>
              <a:t>Copy/paste slides into your deck</a:t>
            </a:r>
          </a:p>
        </p:txBody>
      </p:sp>
      <p:sp>
        <p:nvSpPr>
          <p:cNvPr id="10" name="Text Placeholder 9">
            <a:extLst>
              <a:ext uri="{FF2B5EF4-FFF2-40B4-BE49-F238E27FC236}">
                <a16:creationId xmlns:a16="http://schemas.microsoft.com/office/drawing/2014/main" id="{8654B567-B052-846D-86F0-1803E283B4C6}"/>
              </a:ext>
            </a:extLst>
          </p:cNvPr>
          <p:cNvSpPr>
            <a:spLocks noGrp="1"/>
          </p:cNvSpPr>
          <p:nvPr>
            <p:ph type="body" sz="quarter" idx="16"/>
          </p:nvPr>
        </p:nvSpPr>
        <p:spPr/>
        <p:txBody>
          <a:bodyPr/>
          <a:lstStyle/>
          <a:p>
            <a:r>
              <a:rPr lang="en-US" dirty="0"/>
              <a:t>March 2025 | Version 1 </a:t>
            </a:r>
          </a:p>
        </p:txBody>
      </p:sp>
      <p:sp>
        <p:nvSpPr>
          <p:cNvPr id="11" name="Text Placeholder 10">
            <a:extLst>
              <a:ext uri="{FF2B5EF4-FFF2-40B4-BE49-F238E27FC236}">
                <a16:creationId xmlns:a16="http://schemas.microsoft.com/office/drawing/2014/main" id="{9863B957-6A66-815A-1151-E9CFFFC68842}"/>
              </a:ext>
            </a:extLst>
          </p:cNvPr>
          <p:cNvSpPr>
            <a:spLocks noGrp="1"/>
          </p:cNvSpPr>
          <p:nvPr>
            <p:ph type="body" sz="quarter" idx="18"/>
          </p:nvPr>
        </p:nvSpPr>
        <p:spPr/>
        <p:txBody>
          <a:bodyPr/>
          <a:lstStyle/>
          <a:p>
            <a:r>
              <a:rPr lang="en-US" dirty="0"/>
              <a:t>The Design Team</a:t>
            </a:r>
          </a:p>
        </p:txBody>
      </p:sp>
    </p:spTree>
    <p:extLst>
      <p:ext uri="{BB962C8B-B14F-4D97-AF65-F5344CB8AC3E}">
        <p14:creationId xmlns:p14="http://schemas.microsoft.com/office/powerpoint/2010/main" val="3326162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497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BB897-5BD2-CFBC-3041-78FD3AAEA85E}"/>
            </a:ext>
          </a:extLst>
        </p:cNvPr>
        <p:cNvGrpSpPr/>
        <p:nvPr/>
      </p:nvGrpSpPr>
      <p:grpSpPr>
        <a:xfrm>
          <a:off x="0" y="0"/>
          <a:ext cx="0" cy="0"/>
          <a:chOff x="0" y="0"/>
          <a:chExt cx="0" cy="0"/>
        </a:xfrm>
      </p:grpSpPr>
    </p:spTree>
    <p:extLst>
      <p:ext uri="{BB962C8B-B14F-4D97-AF65-F5344CB8AC3E}">
        <p14:creationId xmlns:p14="http://schemas.microsoft.com/office/powerpoint/2010/main" val="2646603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0301D-5487-3847-23A3-BFC1E1F33760}"/>
            </a:ext>
          </a:extLst>
        </p:cNvPr>
        <p:cNvGrpSpPr/>
        <p:nvPr/>
      </p:nvGrpSpPr>
      <p:grpSpPr>
        <a:xfrm>
          <a:off x="0" y="0"/>
          <a:ext cx="0" cy="0"/>
          <a:chOff x="0" y="0"/>
          <a:chExt cx="0" cy="0"/>
        </a:xfrm>
      </p:grpSpPr>
    </p:spTree>
    <p:extLst>
      <p:ext uri="{BB962C8B-B14F-4D97-AF65-F5344CB8AC3E}">
        <p14:creationId xmlns:p14="http://schemas.microsoft.com/office/powerpoint/2010/main" val="4213689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DD30-A6F5-A0D5-2C96-AECB7DD09D50}"/>
            </a:ext>
          </a:extLst>
        </p:cNvPr>
        <p:cNvGrpSpPr/>
        <p:nvPr/>
      </p:nvGrpSpPr>
      <p:grpSpPr>
        <a:xfrm>
          <a:off x="0" y="0"/>
          <a:ext cx="0" cy="0"/>
          <a:chOff x="0" y="0"/>
          <a:chExt cx="0" cy="0"/>
        </a:xfrm>
      </p:grpSpPr>
    </p:spTree>
    <p:extLst>
      <p:ext uri="{BB962C8B-B14F-4D97-AF65-F5344CB8AC3E}">
        <p14:creationId xmlns:p14="http://schemas.microsoft.com/office/powerpoint/2010/main" val="4109813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
            <a:extLst>
              <a:ext uri="{FF2B5EF4-FFF2-40B4-BE49-F238E27FC236}">
                <a16:creationId xmlns:a16="http://schemas.microsoft.com/office/drawing/2014/main" id="{9DD6F21C-789E-E177-E395-51E72EFF7FF7}"/>
              </a:ext>
            </a:extLst>
          </p:cNvPr>
          <p:cNvSpPr>
            <a:spLocks noGrp="1"/>
          </p:cNvSpPr>
          <p:nvPr>
            <p:ph type="sldNum" sz="quarter" idx="12"/>
          </p:nvPr>
        </p:nvSpPr>
        <p:spPr>
          <a:xfrm>
            <a:off x="11712575" y="6453352"/>
            <a:ext cx="479425" cy="404648"/>
          </a:xfrm>
        </p:spPr>
        <p:txBody>
          <a:bodyPr/>
          <a:lstStyle/>
          <a:p>
            <a:pPr>
              <a:spcAft>
                <a:spcPts val="600"/>
              </a:spcAft>
            </a:pPr>
            <a:fld id="{8FF9B0DE-3FEB-4AA0-B465-B80EF7C1333D}" type="slidenum">
              <a:rPr lang="en-US" smtClean="0"/>
              <a:pPr>
                <a:spcAft>
                  <a:spcPts val="600"/>
                </a:spcAft>
              </a:pPr>
              <a:t>6</a:t>
            </a:fld>
            <a:endParaRPr lang="en-US"/>
          </a:p>
        </p:txBody>
      </p:sp>
      <p:sp>
        <p:nvSpPr>
          <p:cNvPr id="20" name="Text Placeholder 2">
            <a:extLst>
              <a:ext uri="{FF2B5EF4-FFF2-40B4-BE49-F238E27FC236}">
                <a16:creationId xmlns:a16="http://schemas.microsoft.com/office/drawing/2014/main" id="{F8BD44F3-2032-1508-1B05-C3A05789E17E}"/>
              </a:ext>
            </a:extLst>
          </p:cNvPr>
          <p:cNvSpPr>
            <a:spLocks noGrp="1"/>
          </p:cNvSpPr>
          <p:nvPr>
            <p:ph type="body" sz="quarter" idx="14"/>
          </p:nvPr>
        </p:nvSpPr>
        <p:spPr>
          <a:xfrm>
            <a:off x="1653709" y="710315"/>
            <a:ext cx="3226300" cy="4464050"/>
          </a:xfrm>
        </p:spPr>
        <p:txBody>
          <a:bodyPr/>
          <a:lstStyle/>
          <a:p>
            <a:r>
              <a:rPr lang="en-US" dirty="0"/>
              <a:t>Thank you</a:t>
            </a:r>
          </a:p>
        </p:txBody>
      </p:sp>
    </p:spTree>
    <p:extLst>
      <p:ext uri="{BB962C8B-B14F-4D97-AF65-F5344CB8AC3E}">
        <p14:creationId xmlns:p14="http://schemas.microsoft.com/office/powerpoint/2010/main" val="24523504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VCT_SHOW_CA" val="Fals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VCT-BODYINDENTATION" val="0;0;0;0;0;22.67717;22.67717;45.35433;45.35433;68.03149;68.03149;90.70866;68.03149;90.70866;68.03149;90.70866;68.03149;90.70866;"/>
  <p:tag name="VCT-BULLETVISIBILITY" val="G  *******"/>
</p:tagLst>
</file>

<file path=ppt/tags/tag4.xml><?xml version="1.0" encoding="utf-8"?>
<p:tagLst xmlns:a="http://schemas.openxmlformats.org/drawingml/2006/main" xmlns:r="http://schemas.openxmlformats.org/officeDocument/2006/relationships" xmlns:p="http://schemas.openxmlformats.org/presentationml/2006/main">
  <p:tag name="STYLE" val="VCT_Marker"/>
  <p:tag name="DATE" val="09/01/2017 14:55:33"/>
  <p:tag name="VCTMASTER" val="MetrixLab_PowerPoint_16-9"/>
  <p:tag name="VCTORDER" val="1"/>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oluna_PowerPoint_16-9">
  <a:themeElements>
    <a:clrScheme name="Toluna">
      <a:dk1>
        <a:srgbClr val="000000"/>
      </a:dk1>
      <a:lt1>
        <a:srgbClr val="FFFFFF"/>
      </a:lt1>
      <a:dk2>
        <a:srgbClr val="EDEDED"/>
      </a:dk2>
      <a:lt2>
        <a:srgbClr val="042444"/>
      </a:lt2>
      <a:accent1>
        <a:srgbClr val="00CAEB"/>
      </a:accent1>
      <a:accent2>
        <a:srgbClr val="ED0A8D"/>
      </a:accent2>
      <a:accent3>
        <a:srgbClr val="0017AC"/>
      </a:accent3>
      <a:accent4>
        <a:srgbClr val="DBB800"/>
      </a:accent4>
      <a:accent5>
        <a:srgbClr val="007EE2"/>
      </a:accent5>
      <a:accent6>
        <a:srgbClr val="89BC92"/>
      </a:accent6>
      <a:hlink>
        <a:srgbClr val="ED0A8D"/>
      </a:hlink>
      <a:folHlink>
        <a:srgbClr val="ED0A8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2"/>
          </a:solidFill>
        </a:ln>
      </a:spPr>
      <a:bodyPr rtlCol="0" anchor="ct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nSpc>
            <a:spcPct val="120000"/>
          </a:lnSpc>
          <a:buSzPct val="80000"/>
          <a:defRPr sz="1600" dirty="0"/>
        </a:defPPr>
      </a:lstStyle>
    </a:txDef>
  </a:objectDefaults>
  <a:extraClrSchemeLst/>
  <a:custClrLst>
    <a:custClr name="Open Sky Blue">
      <a:srgbClr val="00CAEB"/>
    </a:custClr>
    <a:custClr name="Charged Magenta">
      <a:srgbClr val="ED0A8C"/>
    </a:custClr>
    <a:custClr name="Cobalt Fusion">
      <a:srgbClr val="0017AB"/>
    </a:custClr>
    <a:custClr name="Atomic Gold">
      <a:srgbClr val="DBB800"/>
    </a:custClr>
    <a:custClr name="Blue Current">
      <a:srgbClr val="007EE2"/>
    </a:custClr>
    <a:custClr name="Mint Green">
      <a:srgbClr val="89BC92"/>
    </a:custClr>
    <a:custClr name="Blue Tint">
      <a:srgbClr val="3B6BA6"/>
    </a:custClr>
    <a:custClr name="Purple Tint">
      <a:srgbClr val="7C4891"/>
    </a:custClr>
    <a:custClr name="Dark Purple Tint">
      <a:srgbClr val="5F4590"/>
    </a:custClr>
    <a:custClr name="Orange Tint">
      <a:srgbClr val="CE822B"/>
    </a:custClr>
    <a:custClr name="Turqoise">
      <a:srgbClr val="678FA1"/>
    </a:custClr>
    <a:custClr name="Dark Turqoise">
      <a:srgbClr val="435F8A"/>
    </a:custClr>
    <a:custClr name="Super Dark Blue">
      <a:srgbClr val="292B51"/>
    </a:custClr>
    <a:custClr name="Purple Pink">
      <a:srgbClr val="883667"/>
    </a:custClr>
    <a:custClr name="Orange Yellow">
      <a:srgbClr val="C28A25"/>
    </a:custClr>
    <a:custClr name="Dark Yellow">
      <a:srgbClr val="917F2E"/>
    </a:custClr>
    <a:custClr name="Forest Green">
      <a:srgbClr val="4F6D4A"/>
    </a:custClr>
    <a:custClr name="Bright Green">
      <a:srgbClr val="9BBD39"/>
    </a:custClr>
    <a:custClr name="Green">
      <a:srgbClr val="659B3D"/>
    </a:custClr>
    <a:custClr name="Brown">
      <a:srgbClr val="8E704E"/>
    </a:custClr>
    <a:custClr name="Sentiment Red">
      <a:srgbClr val="B90012"/>
    </a:custClr>
    <a:custClr name="Sentiment Orange">
      <a:srgbClr val="CE822B"/>
    </a:custClr>
    <a:custClr name="Sentiment Yellow">
      <a:srgbClr val="DBB800"/>
    </a:custClr>
    <a:custClr name="Sentiment Grey">
      <a:srgbClr val="C5C3C3"/>
    </a:custClr>
    <a:custClr name="Sentiment Light BLue">
      <a:srgbClr val="00CAEB"/>
    </a:custClr>
    <a:custClr name="Sentiment Middle Blue">
      <a:srgbClr val="007DE3"/>
    </a:custClr>
    <a:custClr name="Sentiment Dark Blue">
      <a:srgbClr val="0017AB"/>
    </a:custClr>
    <a:custClr name="Green Correct">
      <a:srgbClr val="659B3D"/>
    </a:custClr>
    <a:custClr name="Red Incorrect">
      <a:srgbClr val="B90012"/>
    </a:custClr>
  </a:custClrLst>
  <a:extLst>
    <a:ext uri="{05A4C25C-085E-4340-85A3-A5531E510DB2}">
      <thm15:themeFamily xmlns:thm15="http://schemas.microsoft.com/office/thememl/2012/main" name="Toluna powerpoint template NEW_FINAL.pptx" id="{C4E9162D-4421-C340-8C74-0883EE67BC5E}" vid="{15C5BF79-C2AB-C048-9794-A49E8F389997}"/>
    </a:ext>
  </a:extLst>
</a:theme>
</file>

<file path=ppt/theme/theme2.xml><?xml version="1.0" encoding="utf-8"?>
<a:theme xmlns:a="http://schemas.openxmlformats.org/drawingml/2006/main" name="Office">
  <a:themeElements>
    <a:clrScheme name="MetrixLab">
      <a:dk1>
        <a:srgbClr val="535353"/>
      </a:dk1>
      <a:lt1>
        <a:sysClr val="window" lastClr="FFFFFF"/>
      </a:lt1>
      <a:dk2>
        <a:srgbClr val="727272"/>
      </a:dk2>
      <a:lt2>
        <a:srgbClr val="005EAC"/>
      </a:lt2>
      <a:accent1>
        <a:srgbClr val="12BDF9"/>
      </a:accent1>
      <a:accent2>
        <a:srgbClr val="FDCC06"/>
      </a:accent2>
      <a:accent3>
        <a:srgbClr val="0065D3"/>
      </a:accent3>
      <a:accent4>
        <a:srgbClr val="F49800"/>
      </a:accent4>
      <a:accent5>
        <a:srgbClr val="DBDBDB"/>
      </a:accent5>
      <a:accent6>
        <a:srgbClr val="727272"/>
      </a:accent6>
      <a:hlink>
        <a:srgbClr val="005EAC"/>
      </a:hlink>
      <a:folHlink>
        <a:srgbClr val="005EAC"/>
      </a:folHlink>
    </a:clrScheme>
    <a:fontScheme name="MetrixLab">
      <a:majorFont>
        <a:latin typeface="Trebuchet MS"/>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MetrixLab">
      <a:dk1>
        <a:srgbClr val="535353"/>
      </a:dk1>
      <a:lt1>
        <a:sysClr val="window" lastClr="FFFFFF"/>
      </a:lt1>
      <a:dk2>
        <a:srgbClr val="727272"/>
      </a:dk2>
      <a:lt2>
        <a:srgbClr val="005EAC"/>
      </a:lt2>
      <a:accent1>
        <a:srgbClr val="12BDF9"/>
      </a:accent1>
      <a:accent2>
        <a:srgbClr val="FDCC06"/>
      </a:accent2>
      <a:accent3>
        <a:srgbClr val="0065D3"/>
      </a:accent3>
      <a:accent4>
        <a:srgbClr val="F49800"/>
      </a:accent4>
      <a:accent5>
        <a:srgbClr val="DBDBDB"/>
      </a:accent5>
      <a:accent6>
        <a:srgbClr val="727272"/>
      </a:accent6>
      <a:hlink>
        <a:srgbClr val="005EAC"/>
      </a:hlink>
      <a:folHlink>
        <a:srgbClr val="005EAC"/>
      </a:folHlink>
    </a:clrScheme>
    <a:fontScheme name="MetrixLab">
      <a:majorFont>
        <a:latin typeface="Trebuchet MS"/>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60c4257-0be9-44ca-96f3-b75d3d245f62">
      <Terms xmlns="http://schemas.microsoft.com/office/infopath/2007/PartnerControls"/>
    </lcf76f155ced4ddcb4097134ff3c332f>
    <TaxCatchAll xmlns="66009c0c-6c0f-4e62-8a98-ee54520c3c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886201DAA709B4FA5D7FD77DE66BFFE" ma:contentTypeVersion="13" ma:contentTypeDescription="Create a new document." ma:contentTypeScope="" ma:versionID="cb941cf7d107ea50c635d0486878878a">
  <xsd:schema xmlns:xsd="http://www.w3.org/2001/XMLSchema" xmlns:xs="http://www.w3.org/2001/XMLSchema" xmlns:p="http://schemas.microsoft.com/office/2006/metadata/properties" xmlns:ns2="160c4257-0be9-44ca-96f3-b75d3d245f62" xmlns:ns3="66009c0c-6c0f-4e62-8a98-ee54520c3c6b" targetNamespace="http://schemas.microsoft.com/office/2006/metadata/properties" ma:root="true" ma:fieldsID="025f82932fd0ddbfbe1294f40ebd8f7a" ns2:_="" ns3:_="">
    <xsd:import namespace="160c4257-0be9-44ca-96f3-b75d3d245f62"/>
    <xsd:import namespace="66009c0c-6c0f-4e62-8a98-ee54520c3c6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0c4257-0be9-44ca-96f3-b75d3d245f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8a65408-39f1-473e-8e44-3aa6965dc75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6009c0c-6c0f-4e62-8a98-ee54520c3c6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c3c09f4-38e7-40b3-9591-65894dd2cf9f}" ma:internalName="TaxCatchAll" ma:showField="CatchAllData" ma:web="66009c0c-6c0f-4e62-8a98-ee54520c3c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09200E-0E15-4BC7-BFD6-408735261F4A}">
  <ds:schemaRefs>
    <ds:schemaRef ds:uri="http://schemas.microsoft.com/sharepoint/v3/contenttype/forms"/>
  </ds:schemaRefs>
</ds:datastoreItem>
</file>

<file path=customXml/itemProps2.xml><?xml version="1.0" encoding="utf-8"?>
<ds:datastoreItem xmlns:ds="http://schemas.openxmlformats.org/officeDocument/2006/customXml" ds:itemID="{5EA7EDF0-D5C2-4F10-A2C7-8B834DE21794}">
  <ds:schemaRefs>
    <ds:schemaRef ds:uri="http://purl.org/dc/dcmitype/"/>
    <ds:schemaRef ds:uri="3d08ed04-4d45-42fd-ae3e-e9fe07b35cf0"/>
    <ds:schemaRef ds:uri="http://purl.org/dc/terms/"/>
    <ds:schemaRef ds:uri="http://schemas.microsoft.com/office/infopath/2007/PartnerControls"/>
    <ds:schemaRef ds:uri="fde8196d-260a-4dd9-ad43-55845bd2dd54"/>
    <ds:schemaRef ds:uri="http://schemas.microsoft.com/office/2006/documentManagement/types"/>
    <ds:schemaRef ds:uri="http://schemas.microsoft.com/sharepoint/v3"/>
    <ds:schemaRef ds:uri="http://purl.org/dc/elements/1.1/"/>
    <ds:schemaRef ds:uri="http://schemas.openxmlformats.org/package/2006/metadata/core-properties"/>
    <ds:schemaRef ds:uri="http://schemas.microsoft.com/office/2006/metadata/properties"/>
    <ds:schemaRef ds:uri="http://www.w3.org/XML/1998/namespace"/>
    <ds:schemaRef ds:uri="b871400c-4001-4cae-a696-b9f5900cc8eb"/>
    <ds:schemaRef ds:uri="d70486d8-7992-4699-8188-9bb30ba6fcd5"/>
  </ds:schemaRefs>
</ds:datastoreItem>
</file>

<file path=customXml/itemProps3.xml><?xml version="1.0" encoding="utf-8"?>
<ds:datastoreItem xmlns:ds="http://schemas.openxmlformats.org/officeDocument/2006/customXml" ds:itemID="{46F341AB-39A2-41D1-AE80-F6DC0C574636}"/>
</file>

<file path=docProps/app.xml><?xml version="1.0" encoding="utf-8"?>
<Properties xmlns="http://schemas.openxmlformats.org/officeDocument/2006/extended-properties" xmlns:vt="http://schemas.openxmlformats.org/officeDocument/2006/docPropsVTypes">
  <Template>Toluna_PowerPoint_16-9</Template>
  <TotalTime>4</TotalTime>
  <Words>22</Words>
  <Application>Microsoft Office PowerPoint</Application>
  <PresentationFormat>Widescreen</PresentationFormat>
  <Paragraphs>6</Paragraphs>
  <Slides>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2" baseType="lpstr">
      <vt:lpstr>Arial</vt:lpstr>
      <vt:lpstr>Calibri</vt:lpstr>
      <vt:lpstr>Century Gothic</vt:lpstr>
      <vt:lpstr>Wingdings</vt:lpstr>
      <vt:lpstr>Toluna_PowerPoint_16-9</vt:lpstr>
      <vt:lpstr>think-cell Folie</vt:lpstr>
      <vt:lpstr>Toluna Slide Gallery</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Yihmay Yap</dc:creator>
  <cp:keywords/>
  <dc:description>Optimiert für Office 2010/2016</dc:description>
  <cp:lastModifiedBy>Andrei Neagu</cp:lastModifiedBy>
  <cp:revision>2</cp:revision>
  <dcterms:created xsi:type="dcterms:W3CDTF">2024-12-24T08:51:30Z</dcterms:created>
  <dcterms:modified xsi:type="dcterms:W3CDTF">2026-02-02T18:09:21Z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0x010100E886201DAA709B4FA5D7FD77DE66BFFE</vt:lpwstr>
  </property>
  <property fmtid="{D5CDD505-2E9C-101B-9397-08002B2CF9AE}" pid="3" name="_dlc_DocIdItemGuid">
    <vt:lpwstr>c3ecfd8d-34ba-4e9d-9df9-7b7471d95296</vt:lpwstr>
  </property>
  <property fmtid="{D5CDD505-2E9C-101B-9397-08002B2CF9AE}" pid="4" name="MediaServiceImageTags">
    <vt:lpwstr/>
  </property>
</Properties>
</file>